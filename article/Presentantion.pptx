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y="5143500" cx="9144000"/>
  <p:notesSz cx="6858000" cy="9144000"/>
  <p:embeddedFontLst>
    <p:embeddedFont>
      <p:font typeface="Barlow ExtraLight"/>
      <p:regular r:id="rId31"/>
      <p:bold r:id="rId32"/>
      <p:italic r:id="rId33"/>
      <p:boldItalic r:id="rId34"/>
    </p:embeddedFont>
    <p:embeddedFont>
      <p:font typeface="Hepta Slab Medium"/>
      <p:regular r:id="rId35"/>
      <p:bold r:id="rId36"/>
    </p:embeddedFont>
    <p:embeddedFont>
      <p:font typeface="Hepta Slab Light"/>
      <p:regular r:id="rId37"/>
      <p:bold r:id="rId38"/>
    </p:embeddedFont>
    <p:embeddedFont>
      <p:font typeface="Hepta Slab"/>
      <p:regular r:id="rId39"/>
      <p:bold r:id="rId40"/>
    </p:embeddedFont>
    <p:embeddedFont>
      <p:font typeface="Barlow Medium"/>
      <p:regular r:id="rId41"/>
      <p:bold r:id="rId42"/>
      <p:italic r:id="rId43"/>
      <p:boldItalic r:id="rId44"/>
    </p:embeddedFont>
    <p:embeddedFont>
      <p:font typeface="Barlow Light"/>
      <p:regular r:id="rId45"/>
      <p:bold r:id="rId46"/>
      <p:italic r:id="rId47"/>
      <p:boldItalic r:id="rId48"/>
    </p:embeddedFont>
    <p:embeddedFont>
      <p:font typeface="Barlow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HeptaSlab-bold.fntdata"/><Relationship Id="rId42" Type="http://schemas.openxmlformats.org/officeDocument/2006/relationships/font" Target="fonts/BarlowMedium-bold.fntdata"/><Relationship Id="rId41" Type="http://schemas.openxmlformats.org/officeDocument/2006/relationships/font" Target="fonts/BarlowMedium-regular.fntdata"/><Relationship Id="rId44" Type="http://schemas.openxmlformats.org/officeDocument/2006/relationships/font" Target="fonts/BarlowMedium-boldItalic.fntdata"/><Relationship Id="rId43" Type="http://schemas.openxmlformats.org/officeDocument/2006/relationships/font" Target="fonts/BarlowMedium-italic.fntdata"/><Relationship Id="rId46" Type="http://schemas.openxmlformats.org/officeDocument/2006/relationships/font" Target="fonts/BarlowLight-bold.fntdata"/><Relationship Id="rId45" Type="http://schemas.openxmlformats.org/officeDocument/2006/relationships/font" Target="fonts/BarlowLight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BarlowLight-boldItalic.fntdata"/><Relationship Id="rId47" Type="http://schemas.openxmlformats.org/officeDocument/2006/relationships/font" Target="fonts/BarlowLight-italic.fntdata"/><Relationship Id="rId49" Type="http://schemas.openxmlformats.org/officeDocument/2006/relationships/font" Target="fonts/Barlow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BarlowExtraLight-regular.fntdata"/><Relationship Id="rId30" Type="http://schemas.openxmlformats.org/officeDocument/2006/relationships/slide" Target="slides/slide25.xml"/><Relationship Id="rId33" Type="http://schemas.openxmlformats.org/officeDocument/2006/relationships/font" Target="fonts/BarlowExtraLight-italic.fntdata"/><Relationship Id="rId32" Type="http://schemas.openxmlformats.org/officeDocument/2006/relationships/font" Target="fonts/BarlowExtraLight-bold.fntdata"/><Relationship Id="rId35" Type="http://schemas.openxmlformats.org/officeDocument/2006/relationships/font" Target="fonts/HeptaSlabMedium-regular.fntdata"/><Relationship Id="rId34" Type="http://schemas.openxmlformats.org/officeDocument/2006/relationships/font" Target="fonts/BarlowExtraLight-boldItalic.fntdata"/><Relationship Id="rId37" Type="http://schemas.openxmlformats.org/officeDocument/2006/relationships/font" Target="fonts/HeptaSlabLight-regular.fntdata"/><Relationship Id="rId36" Type="http://schemas.openxmlformats.org/officeDocument/2006/relationships/font" Target="fonts/HeptaSlabMedium-bold.fntdata"/><Relationship Id="rId39" Type="http://schemas.openxmlformats.org/officeDocument/2006/relationships/font" Target="fonts/HeptaSlab-regular.fntdata"/><Relationship Id="rId38" Type="http://schemas.openxmlformats.org/officeDocument/2006/relationships/font" Target="fonts/HeptaSlabLigh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Barlow-italic.fntdata"/><Relationship Id="rId50" Type="http://schemas.openxmlformats.org/officeDocument/2006/relationships/font" Target="fonts/Barlow-bold.fntdata"/><Relationship Id="rId52" Type="http://schemas.openxmlformats.org/officeDocument/2006/relationships/font" Target="fonts/Barlow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d305aa7838_1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3d305aa7838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d305aa7838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d305aa7838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d305aa7838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d305aa7838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d305aa7838_1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d305aa7838_1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a89e69702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g3a89e69702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d305aa7838_1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3d305aa7838_1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d305aa7838_1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d305aa7838_1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d305aa7838_1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7" name="Google Shape;377;g3d305aa7838_1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d305aa7838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3d305aa7838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da94761b8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da94761b8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da94761b84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da94761b84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3da94761b84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3da94761b84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da94761b84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3da94761b84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d32cc89284_26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3d32cc89284_26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3d32cc89284_33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3d32cc89284_33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da94761b84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3da94761b84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da94761b84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3da94761b84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da94761b84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3da94761b84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da94761b84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da94761b84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da94761b84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3da94761b84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g3da94761b84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1" name="Google Shape;471;g3da94761b84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da94761b84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9" name="Google Shape;479;g3da94761b84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g3da94761b84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7" name="Google Shape;487;g3da94761b84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da94761b84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da94761b84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da94761b84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3da94761b84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4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_HEADER_1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_AND_BODY_1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_AND_TWO_COLUMNS_1_1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_ONLY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_1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_1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_1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■"/>
              <a:defRPr>
                <a:solidFill>
                  <a:schemeClr val="lt1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●"/>
              <a:defRPr>
                <a:solidFill>
                  <a:schemeClr val="lt1"/>
                </a:solidFill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_1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_1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ctr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algn="ctr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 algn="ctr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 algn="ctr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2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CUSTOM_7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3" name="Google Shape;53;p13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4" name="Google Shape;54;p13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5" name="Google Shape;55;p13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6" name="Google Shape;56;p13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7" name="Google Shape;57;p13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8" name="Google Shape;58;p13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CUSTOM_8_1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62" name="Google Shape;62;p14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  <p:sp>
        <p:nvSpPr>
          <p:cNvPr id="63" name="Google Shape;63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CUSTOM_1_1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" name="Google Shape;66;p15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68" name="Google Shape;68;p15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69" name="Google Shape;69;p15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0" name="Google Shape;70;p15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CUSTOM_2_2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3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7" name="Google Shape;77;p16"/>
          <p:cNvSpPr txBox="1"/>
          <p:nvPr>
            <p:ph idx="4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8" name="Google Shape;78;p16"/>
          <p:cNvSpPr txBox="1"/>
          <p:nvPr>
            <p:ph idx="5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79" name="Google Shape;79;p16"/>
          <p:cNvSpPr txBox="1"/>
          <p:nvPr>
            <p:ph idx="6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CUSTOM_3_1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83" name="Google Shape;83;p17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84" name="Google Shape;84;p17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85" name="Google Shape;85;p17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/>
        </p:txBody>
      </p:sp>
      <p:sp>
        <p:nvSpPr>
          <p:cNvPr id="86" name="Google Shape;86;p17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87" name="Google Shape;87;p17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88" name="Google Shape;88;p17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89" name="Google Shape;89;p17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90" name="Google Shape;90;p17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_ONLY_1_1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8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CUSTOM_4_1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97" name="Google Shape;97;p19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" name="Google Shape;98;p19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" name="Google Shape;99;p19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00" name="Google Shape;100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1" name="Google Shape;101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03" name="Google Shape;103;p19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CUSTOM_4_1_1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06" name="Google Shape;106;p20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20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20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09" name="Google Shape;109;p20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10" name="Google Shape;110;p20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1" name="Google Shape;111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2" name="Google Shape;112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20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14" name="Google Shape;114;p20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15" name="Google Shape;115;p20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CUSTOM_5_1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CUSTOM_6_1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1" name="Google Shape;121;p22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2" name="Google Shape;122;p22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3" name="Google Shape;123;p22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22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22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6" name="Google Shape;126;p22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" name="Google Shape;127;p22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22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2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0" name="Google Shape;130;p22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BLANK_1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 txBox="1"/>
          <p:nvPr>
            <p:ph type="title"/>
          </p:nvPr>
        </p:nvSpPr>
        <p:spPr>
          <a:xfrm>
            <a:off x="697350" y="2932550"/>
            <a:ext cx="7749300" cy="101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133" name="Google Shape;133;p23"/>
          <p:cNvSpPr txBox="1"/>
          <p:nvPr>
            <p:ph idx="2" type="title"/>
          </p:nvPr>
        </p:nvSpPr>
        <p:spPr>
          <a:xfrm>
            <a:off x="3278250" y="1194450"/>
            <a:ext cx="2587500" cy="19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800"/>
              <a:buNone/>
              <a:defRPr sz="128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34" name="Google Shape;134;p2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337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secHead">
  <p:cSld name="SECTION_HEADER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4"/>
          <p:cNvSpPr txBox="1"/>
          <p:nvPr>
            <p:ph type="title"/>
          </p:nvPr>
        </p:nvSpPr>
        <p:spPr>
          <a:xfrm>
            <a:off x="632850" y="1124700"/>
            <a:ext cx="7878300" cy="174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Hepta Slab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24"/>
          <p:cNvSpPr txBox="1"/>
          <p:nvPr>
            <p:ph idx="1" type="body"/>
          </p:nvPr>
        </p:nvSpPr>
        <p:spPr>
          <a:xfrm>
            <a:off x="4064100" y="4335200"/>
            <a:ext cx="1015800" cy="2661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38" name="Google Shape;138;p24"/>
          <p:cNvSpPr txBox="1"/>
          <p:nvPr>
            <p:ph idx="2" type="subTitle"/>
          </p:nvPr>
        </p:nvSpPr>
        <p:spPr>
          <a:xfrm>
            <a:off x="2857500" y="2902000"/>
            <a:ext cx="3765600" cy="93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39" name="Google Shape;139;p2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/ Content" type="tx">
  <p:cSld name="TITLE_AND_BODY">
    <p:bg>
      <p:bgPr>
        <a:solidFill>
          <a:schemeClr val="accent4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5"/>
          <p:cNvSpPr txBox="1"/>
          <p:nvPr>
            <p:ph idx="1" type="subTitle"/>
          </p:nvPr>
        </p:nvSpPr>
        <p:spPr>
          <a:xfrm>
            <a:off x="475075" y="309225"/>
            <a:ext cx="3655200" cy="35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42" name="Google Shape;142;p25"/>
          <p:cNvSpPr txBox="1"/>
          <p:nvPr>
            <p:ph idx="2" type="body"/>
          </p:nvPr>
        </p:nvSpPr>
        <p:spPr>
          <a:xfrm>
            <a:off x="711097" y="980554"/>
            <a:ext cx="9261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43" name="Google Shape;143;p25"/>
          <p:cNvSpPr txBox="1"/>
          <p:nvPr>
            <p:ph idx="3" type="subTitle"/>
          </p:nvPr>
        </p:nvSpPr>
        <p:spPr>
          <a:xfrm>
            <a:off x="1699221" y="980279"/>
            <a:ext cx="23622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44" name="Google Shape;144;p25"/>
          <p:cNvSpPr txBox="1"/>
          <p:nvPr>
            <p:ph idx="4" type="body"/>
          </p:nvPr>
        </p:nvSpPr>
        <p:spPr>
          <a:xfrm>
            <a:off x="2285797" y="1226054"/>
            <a:ext cx="1775700" cy="110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45" name="Google Shape;145;p25"/>
          <p:cNvSpPr txBox="1"/>
          <p:nvPr>
            <p:ph idx="5" type="body"/>
          </p:nvPr>
        </p:nvSpPr>
        <p:spPr>
          <a:xfrm>
            <a:off x="711097" y="2222666"/>
            <a:ext cx="9261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46" name="Google Shape;146;p25"/>
          <p:cNvSpPr txBox="1"/>
          <p:nvPr>
            <p:ph idx="6" type="subTitle"/>
          </p:nvPr>
        </p:nvSpPr>
        <p:spPr>
          <a:xfrm>
            <a:off x="1699221" y="2222391"/>
            <a:ext cx="23622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47" name="Google Shape;147;p25"/>
          <p:cNvSpPr txBox="1"/>
          <p:nvPr>
            <p:ph idx="7" type="body"/>
          </p:nvPr>
        </p:nvSpPr>
        <p:spPr>
          <a:xfrm>
            <a:off x="2285797" y="2468166"/>
            <a:ext cx="1775700" cy="8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8" type="body"/>
          </p:nvPr>
        </p:nvSpPr>
        <p:spPr>
          <a:xfrm>
            <a:off x="711097" y="3219093"/>
            <a:ext cx="9261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49" name="Google Shape;149;p25"/>
          <p:cNvSpPr txBox="1"/>
          <p:nvPr>
            <p:ph idx="9" type="subTitle"/>
          </p:nvPr>
        </p:nvSpPr>
        <p:spPr>
          <a:xfrm>
            <a:off x="1699221" y="3218818"/>
            <a:ext cx="23622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13" type="body"/>
          </p:nvPr>
        </p:nvSpPr>
        <p:spPr>
          <a:xfrm>
            <a:off x="2285797" y="3464593"/>
            <a:ext cx="1775700" cy="8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51" name="Google Shape;151;p25"/>
          <p:cNvSpPr txBox="1"/>
          <p:nvPr>
            <p:ph idx="14" type="body"/>
          </p:nvPr>
        </p:nvSpPr>
        <p:spPr>
          <a:xfrm>
            <a:off x="4746581" y="980554"/>
            <a:ext cx="9261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52" name="Google Shape;152;p25"/>
          <p:cNvSpPr txBox="1"/>
          <p:nvPr>
            <p:ph idx="15" type="subTitle"/>
          </p:nvPr>
        </p:nvSpPr>
        <p:spPr>
          <a:xfrm>
            <a:off x="5734705" y="980279"/>
            <a:ext cx="23622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53" name="Google Shape;153;p25"/>
          <p:cNvSpPr txBox="1"/>
          <p:nvPr>
            <p:ph idx="16" type="body"/>
          </p:nvPr>
        </p:nvSpPr>
        <p:spPr>
          <a:xfrm>
            <a:off x="6321281" y="1226054"/>
            <a:ext cx="1775700" cy="110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54" name="Google Shape;154;p25"/>
          <p:cNvSpPr txBox="1"/>
          <p:nvPr>
            <p:ph idx="17" type="body"/>
          </p:nvPr>
        </p:nvSpPr>
        <p:spPr>
          <a:xfrm>
            <a:off x="4746581" y="2222666"/>
            <a:ext cx="9261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55" name="Google Shape;155;p25"/>
          <p:cNvSpPr txBox="1"/>
          <p:nvPr>
            <p:ph idx="18" type="subTitle"/>
          </p:nvPr>
        </p:nvSpPr>
        <p:spPr>
          <a:xfrm>
            <a:off x="5734705" y="2222391"/>
            <a:ext cx="23622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56" name="Google Shape;156;p25"/>
          <p:cNvSpPr txBox="1"/>
          <p:nvPr>
            <p:ph idx="19" type="body"/>
          </p:nvPr>
        </p:nvSpPr>
        <p:spPr>
          <a:xfrm>
            <a:off x="6321281" y="2468166"/>
            <a:ext cx="1775700" cy="8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57" name="Google Shape;157;p25"/>
          <p:cNvSpPr txBox="1"/>
          <p:nvPr>
            <p:ph idx="20" type="body"/>
          </p:nvPr>
        </p:nvSpPr>
        <p:spPr>
          <a:xfrm>
            <a:off x="4746581" y="3219093"/>
            <a:ext cx="9261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317500" lvl="1" marL="914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311150" lvl="2" marL="1371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304800" lvl="3" marL="1828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298450" lvl="4" marL="22860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292100" lvl="5" marL="27432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285750" lvl="6" marL="3200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279400" lvl="7" marL="3657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273050" lvl="8" marL="411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58" name="Google Shape;158;p25"/>
          <p:cNvSpPr txBox="1"/>
          <p:nvPr>
            <p:ph idx="21" type="subTitle"/>
          </p:nvPr>
        </p:nvSpPr>
        <p:spPr>
          <a:xfrm>
            <a:off x="5734705" y="3218818"/>
            <a:ext cx="23622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59" name="Google Shape;159;p25"/>
          <p:cNvSpPr txBox="1"/>
          <p:nvPr>
            <p:ph idx="22" type="body"/>
          </p:nvPr>
        </p:nvSpPr>
        <p:spPr>
          <a:xfrm>
            <a:off x="6321281" y="3464593"/>
            <a:ext cx="1775700" cy="8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60" name="Google Shape;160;p25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360">
          <p15:clr>
            <a:srgbClr val="E46962"/>
          </p15:clr>
        </p15:guide>
        <p15:guide id="2" orient="horz" pos="360">
          <p15:clr>
            <a:srgbClr val="E46962"/>
          </p15:clr>
        </p15:guide>
        <p15:guide id="3" orient="horz" pos="1048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+ Image" type="twoColTx">
  <p:cSld name="TITLE_AND_TWO_COLUMNS">
    <p:bg>
      <p:bgPr>
        <a:solidFill>
          <a:schemeClr val="dk1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6"/>
          <p:cNvSpPr/>
          <p:nvPr/>
        </p:nvSpPr>
        <p:spPr>
          <a:xfrm>
            <a:off x="0" y="0"/>
            <a:ext cx="9144000" cy="1631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26"/>
          <p:cNvSpPr txBox="1"/>
          <p:nvPr/>
        </p:nvSpPr>
        <p:spPr>
          <a:xfrm>
            <a:off x="6262625" y="1205946"/>
            <a:ext cx="21555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rPr>
              <a:t>Lorem ipsum dolor sit amet, consectetur adipiscing elit.</a:t>
            </a:r>
            <a:endParaRPr i="1" sz="700">
              <a:solidFill>
                <a:schemeClr val="lt1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164" name="Google Shape;164;p26"/>
          <p:cNvSpPr/>
          <p:nvPr>
            <p:ph idx="2" type="pic"/>
          </p:nvPr>
        </p:nvSpPr>
        <p:spPr>
          <a:xfrm>
            <a:off x="3915225" y="1631250"/>
            <a:ext cx="4441200" cy="30099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165" name="Google Shape;165;p26"/>
          <p:cNvSpPr txBox="1"/>
          <p:nvPr>
            <p:ph idx="1" type="body"/>
          </p:nvPr>
        </p:nvSpPr>
        <p:spPr>
          <a:xfrm>
            <a:off x="791150" y="1835400"/>
            <a:ext cx="2094000" cy="846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66" name="Google Shape;166;p26"/>
          <p:cNvSpPr txBox="1"/>
          <p:nvPr>
            <p:ph idx="3" type="subTitle"/>
          </p:nvPr>
        </p:nvSpPr>
        <p:spPr>
          <a:xfrm>
            <a:off x="791150" y="522625"/>
            <a:ext cx="3918300" cy="1006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Hepta Slab Medium"/>
              <a:buNone/>
              <a:defRPr sz="3600"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167" name="Google Shape;167;p26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1 column text">
  <p:cSld name="TITLE_AND_TWO_COLUMNS_1">
    <p:bg>
      <p:bgPr>
        <a:solidFill>
          <a:schemeClr val="dk1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7"/>
          <p:cNvSpPr/>
          <p:nvPr/>
        </p:nvSpPr>
        <p:spPr>
          <a:xfrm>
            <a:off x="0" y="0"/>
            <a:ext cx="9144000" cy="1631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27"/>
          <p:cNvSpPr txBox="1"/>
          <p:nvPr>
            <p:ph idx="1" type="subTitle"/>
          </p:nvPr>
        </p:nvSpPr>
        <p:spPr>
          <a:xfrm>
            <a:off x="791150" y="522625"/>
            <a:ext cx="5173200" cy="976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Hepta Slab Medium"/>
              <a:buNone/>
              <a:defRPr sz="3600"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171" name="Google Shape;171;p27"/>
          <p:cNvSpPr txBox="1"/>
          <p:nvPr>
            <p:ph idx="2" type="body"/>
          </p:nvPr>
        </p:nvSpPr>
        <p:spPr>
          <a:xfrm>
            <a:off x="685450" y="2180950"/>
            <a:ext cx="3579600" cy="23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2" name="Google Shape;172;p27"/>
          <p:cNvSpPr txBox="1"/>
          <p:nvPr>
            <p:ph idx="3" type="body"/>
          </p:nvPr>
        </p:nvSpPr>
        <p:spPr>
          <a:xfrm>
            <a:off x="4601077" y="2180950"/>
            <a:ext cx="3579600" cy="23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3" name="Google Shape;173;p27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/ Company Overview" type="titleOnly">
  <p:cSld name="TITLE_ONLY">
    <p:bg>
      <p:bgPr>
        <a:solidFill>
          <a:schemeClr val="accent4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8"/>
          <p:cNvSpPr/>
          <p:nvPr>
            <p:ph idx="2" type="pic"/>
          </p:nvPr>
        </p:nvSpPr>
        <p:spPr>
          <a:xfrm>
            <a:off x="791150" y="522900"/>
            <a:ext cx="1294800" cy="1918500"/>
          </a:xfrm>
          <a:prstGeom prst="rect">
            <a:avLst/>
          </a:prstGeom>
          <a:noFill/>
          <a:ln>
            <a:noFill/>
          </a:ln>
        </p:spPr>
      </p:sp>
      <p:sp>
        <p:nvSpPr>
          <p:cNvPr id="176" name="Google Shape;176;p28"/>
          <p:cNvSpPr/>
          <p:nvPr>
            <p:ph idx="3" type="pic"/>
          </p:nvPr>
        </p:nvSpPr>
        <p:spPr>
          <a:xfrm>
            <a:off x="2355375" y="522900"/>
            <a:ext cx="1294800" cy="1918500"/>
          </a:xfrm>
          <a:prstGeom prst="rect">
            <a:avLst/>
          </a:prstGeom>
          <a:noFill/>
          <a:ln>
            <a:noFill/>
          </a:ln>
        </p:spPr>
      </p:sp>
      <p:sp>
        <p:nvSpPr>
          <p:cNvPr id="177" name="Google Shape;177;p28"/>
          <p:cNvSpPr/>
          <p:nvPr>
            <p:ph idx="4" type="pic"/>
          </p:nvPr>
        </p:nvSpPr>
        <p:spPr>
          <a:xfrm>
            <a:off x="3921313" y="522900"/>
            <a:ext cx="1294800" cy="1918500"/>
          </a:xfrm>
          <a:prstGeom prst="rect">
            <a:avLst/>
          </a:prstGeom>
          <a:noFill/>
          <a:ln>
            <a:noFill/>
          </a:ln>
        </p:spPr>
      </p:sp>
      <p:sp>
        <p:nvSpPr>
          <p:cNvPr id="178" name="Google Shape;178;p28"/>
          <p:cNvSpPr/>
          <p:nvPr>
            <p:ph idx="5" type="pic"/>
          </p:nvPr>
        </p:nvSpPr>
        <p:spPr>
          <a:xfrm>
            <a:off x="5491588" y="522900"/>
            <a:ext cx="1294800" cy="19185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28"/>
          <p:cNvSpPr txBox="1"/>
          <p:nvPr>
            <p:ph idx="1" type="body"/>
          </p:nvPr>
        </p:nvSpPr>
        <p:spPr>
          <a:xfrm>
            <a:off x="680850" y="3443850"/>
            <a:ext cx="3074700" cy="103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indent="-406400" lvl="1" marL="914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○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indent="-406400" lvl="2" marL="1371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■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indent="-406400" lvl="3" marL="1828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indent="-406400" lvl="4" marL="22860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○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indent="-406400" lvl="5" marL="2743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■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indent="-406400" lvl="6" marL="3200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indent="-406400" lvl="7" marL="3657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○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indent="-406400" lvl="8" marL="4114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■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180" name="Google Shape;180;p28"/>
          <p:cNvSpPr txBox="1"/>
          <p:nvPr>
            <p:ph idx="6" type="body"/>
          </p:nvPr>
        </p:nvSpPr>
        <p:spPr>
          <a:xfrm>
            <a:off x="4123900" y="3443850"/>
            <a:ext cx="4030200" cy="116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81" name="Google Shape;181;p28"/>
          <p:cNvSpPr txBox="1"/>
          <p:nvPr>
            <p:ph idx="7" type="body"/>
          </p:nvPr>
        </p:nvSpPr>
        <p:spPr>
          <a:xfrm>
            <a:off x="705088" y="2737270"/>
            <a:ext cx="1294800" cy="259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82" name="Google Shape;182;p28"/>
          <p:cNvSpPr txBox="1"/>
          <p:nvPr>
            <p:ph idx="8" type="body"/>
          </p:nvPr>
        </p:nvSpPr>
        <p:spPr>
          <a:xfrm>
            <a:off x="2258888" y="2737270"/>
            <a:ext cx="1294800" cy="259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83" name="Google Shape;183;p28"/>
          <p:cNvSpPr txBox="1"/>
          <p:nvPr>
            <p:ph idx="9" type="body"/>
          </p:nvPr>
        </p:nvSpPr>
        <p:spPr>
          <a:xfrm>
            <a:off x="3827513" y="2737270"/>
            <a:ext cx="1294800" cy="259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84" name="Google Shape;184;p28"/>
          <p:cNvSpPr txBox="1"/>
          <p:nvPr>
            <p:ph idx="13" type="body"/>
          </p:nvPr>
        </p:nvSpPr>
        <p:spPr>
          <a:xfrm>
            <a:off x="5395113" y="2737270"/>
            <a:ext cx="1294800" cy="259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85" name="Google Shape;185;p28"/>
          <p:cNvSpPr txBox="1"/>
          <p:nvPr>
            <p:ph idx="14" type="body"/>
          </p:nvPr>
        </p:nvSpPr>
        <p:spPr>
          <a:xfrm>
            <a:off x="705091" y="2464123"/>
            <a:ext cx="1294800" cy="25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86" name="Google Shape;186;p28"/>
          <p:cNvSpPr txBox="1"/>
          <p:nvPr>
            <p:ph idx="15" type="body"/>
          </p:nvPr>
        </p:nvSpPr>
        <p:spPr>
          <a:xfrm>
            <a:off x="2258891" y="2464123"/>
            <a:ext cx="1294800" cy="25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87" name="Google Shape;187;p28"/>
          <p:cNvSpPr txBox="1"/>
          <p:nvPr>
            <p:ph idx="16" type="body"/>
          </p:nvPr>
        </p:nvSpPr>
        <p:spPr>
          <a:xfrm>
            <a:off x="3827003" y="2464123"/>
            <a:ext cx="1294800" cy="25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88" name="Google Shape;188;p28"/>
          <p:cNvSpPr txBox="1"/>
          <p:nvPr>
            <p:ph idx="17" type="body"/>
          </p:nvPr>
        </p:nvSpPr>
        <p:spPr>
          <a:xfrm>
            <a:off x="5396128" y="2464123"/>
            <a:ext cx="1294800" cy="25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189" name="Google Shape;189;p28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etitive Landscape">
  <p:cSld name="ONE_COLUMN_TEXT">
    <p:bg>
      <p:bgPr>
        <a:solidFill>
          <a:schemeClr val="dk1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9"/>
          <p:cNvSpPr txBox="1"/>
          <p:nvPr>
            <p:ph idx="1" type="body"/>
          </p:nvPr>
        </p:nvSpPr>
        <p:spPr>
          <a:xfrm>
            <a:off x="791150" y="738025"/>
            <a:ext cx="39183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○"/>
              <a:defRPr sz="1100"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○"/>
              <a:defRPr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○"/>
              <a:defRPr sz="1100"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92" name="Google Shape;192;p29"/>
          <p:cNvSpPr txBox="1"/>
          <p:nvPr>
            <p:ph idx="2" type="subTitle"/>
          </p:nvPr>
        </p:nvSpPr>
        <p:spPr>
          <a:xfrm>
            <a:off x="791150" y="522625"/>
            <a:ext cx="3918300" cy="21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193" name="Google Shape;193;p29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rket Trends + Data">
  <p:cSld name="MAIN_POINT">
    <p:bg>
      <p:bgPr>
        <a:solidFill>
          <a:schemeClr val="dk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0"/>
          <p:cNvSpPr txBox="1"/>
          <p:nvPr>
            <p:ph idx="1" type="subTitle"/>
          </p:nvPr>
        </p:nvSpPr>
        <p:spPr>
          <a:xfrm>
            <a:off x="690250" y="415625"/>
            <a:ext cx="1261800" cy="27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196" name="Google Shape;196;p30"/>
          <p:cNvSpPr txBox="1"/>
          <p:nvPr>
            <p:ph idx="2" type="subTitle"/>
          </p:nvPr>
        </p:nvSpPr>
        <p:spPr>
          <a:xfrm>
            <a:off x="480420" y="290626"/>
            <a:ext cx="35922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9pPr>
          </a:lstStyle>
          <a:p/>
        </p:txBody>
      </p:sp>
      <p:sp>
        <p:nvSpPr>
          <p:cNvPr id="197" name="Google Shape;197;p30"/>
          <p:cNvSpPr txBox="1"/>
          <p:nvPr>
            <p:ph idx="3" type="body"/>
          </p:nvPr>
        </p:nvSpPr>
        <p:spPr>
          <a:xfrm>
            <a:off x="480425" y="534275"/>
            <a:ext cx="4878300" cy="191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198" name="Google Shape;198;p30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lvl="2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lvl="3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lvl="4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lvl="5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lvl="6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lvl="7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lvl="8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360">
          <p15:clr>
            <a:srgbClr val="E46962"/>
          </p15:clr>
        </p15:guide>
        <p15:guide id="2" orient="horz" pos="347">
          <p15:clr>
            <a:srgbClr val="E46962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WOT Analysis">
  <p:cSld name="CUSTOM_14">
    <p:bg>
      <p:bgPr>
        <a:solidFill>
          <a:schemeClr val="dk1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1"/>
          <p:cNvSpPr txBox="1"/>
          <p:nvPr>
            <p:ph type="title"/>
          </p:nvPr>
        </p:nvSpPr>
        <p:spPr>
          <a:xfrm>
            <a:off x="723861" y="1584738"/>
            <a:ext cx="2670600" cy="31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01" name="Google Shape;201;p31"/>
          <p:cNvSpPr txBox="1"/>
          <p:nvPr>
            <p:ph idx="2" type="title"/>
          </p:nvPr>
        </p:nvSpPr>
        <p:spPr>
          <a:xfrm>
            <a:off x="723861" y="2390981"/>
            <a:ext cx="2670600" cy="31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02" name="Google Shape;202;p31"/>
          <p:cNvSpPr txBox="1"/>
          <p:nvPr>
            <p:ph idx="3" type="title"/>
          </p:nvPr>
        </p:nvSpPr>
        <p:spPr>
          <a:xfrm>
            <a:off x="723861" y="3157931"/>
            <a:ext cx="2670600" cy="31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03" name="Google Shape;203;p31"/>
          <p:cNvSpPr txBox="1"/>
          <p:nvPr>
            <p:ph idx="4" type="title"/>
          </p:nvPr>
        </p:nvSpPr>
        <p:spPr>
          <a:xfrm>
            <a:off x="723861" y="3954905"/>
            <a:ext cx="2670600" cy="31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04" name="Google Shape;204;p31"/>
          <p:cNvSpPr txBox="1"/>
          <p:nvPr>
            <p:ph idx="1" type="subTitle"/>
          </p:nvPr>
        </p:nvSpPr>
        <p:spPr>
          <a:xfrm>
            <a:off x="480420" y="290626"/>
            <a:ext cx="35922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05" name="Google Shape;205;p31"/>
          <p:cNvSpPr txBox="1"/>
          <p:nvPr>
            <p:ph idx="5" type="body"/>
          </p:nvPr>
        </p:nvSpPr>
        <p:spPr>
          <a:xfrm>
            <a:off x="480425" y="610475"/>
            <a:ext cx="4878300" cy="37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Barlow"/>
              <a:buChar char="■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Barlow"/>
              <a:buChar char="●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Barlow"/>
              <a:buChar char="■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Barlow"/>
              <a:buChar char="●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"/>
              <a:buChar char="■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06" name="Google Shape;206;p31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 / Thank You">
  <p:cSld name="CUSTOM_13">
    <p:bg>
      <p:bgPr>
        <a:solidFill>
          <a:schemeClr val="lt1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2"/>
          <p:cNvSpPr txBox="1"/>
          <p:nvPr>
            <p:ph type="title"/>
          </p:nvPr>
        </p:nvSpPr>
        <p:spPr>
          <a:xfrm>
            <a:off x="455221" y="1321125"/>
            <a:ext cx="5094600" cy="17499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09" name="Google Shape;209;p32"/>
          <p:cNvSpPr txBox="1"/>
          <p:nvPr>
            <p:ph idx="1" type="body"/>
          </p:nvPr>
        </p:nvSpPr>
        <p:spPr>
          <a:xfrm>
            <a:off x="567029" y="4500404"/>
            <a:ext cx="1015800" cy="2661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10" name="Google Shape;210;p3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_TITLE_AND_DESCRIPTION"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3"/>
          <p:cNvSpPr txBox="1"/>
          <p:nvPr>
            <p:ph type="title"/>
          </p:nvPr>
        </p:nvSpPr>
        <p:spPr>
          <a:xfrm>
            <a:off x="697350" y="2932550"/>
            <a:ext cx="7749300" cy="101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Font typeface="Hepta Slab Medium"/>
              <a:buNone/>
              <a:defRPr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13" name="Google Shape;213;p33"/>
          <p:cNvSpPr txBox="1"/>
          <p:nvPr>
            <p:ph idx="2" type="title"/>
          </p:nvPr>
        </p:nvSpPr>
        <p:spPr>
          <a:xfrm>
            <a:off x="3278250" y="1194450"/>
            <a:ext cx="2587500" cy="19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14" name="Google Shape;214;p3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rket Size / Pie Graph">
  <p:cSld name="CAPTION_ONLY">
    <p:bg>
      <p:bgPr>
        <a:solidFill>
          <a:schemeClr val="dk1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4"/>
          <p:cNvSpPr/>
          <p:nvPr/>
        </p:nvSpPr>
        <p:spPr>
          <a:xfrm>
            <a:off x="0" y="0"/>
            <a:ext cx="9144000" cy="16311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34"/>
          <p:cNvSpPr txBox="1"/>
          <p:nvPr>
            <p:ph idx="1" type="subTitle"/>
          </p:nvPr>
        </p:nvSpPr>
        <p:spPr>
          <a:xfrm>
            <a:off x="791150" y="522625"/>
            <a:ext cx="4977300" cy="110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Hepta Slab Medium"/>
              <a:buNone/>
              <a:defRPr sz="3600"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18" name="Google Shape;218;p34"/>
          <p:cNvSpPr txBox="1"/>
          <p:nvPr>
            <p:ph idx="2" type="body"/>
          </p:nvPr>
        </p:nvSpPr>
        <p:spPr>
          <a:xfrm>
            <a:off x="714950" y="1989025"/>
            <a:ext cx="2792400" cy="280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>
                <a:solidFill>
                  <a:schemeClr val="lt1"/>
                </a:solidFill>
              </a:defRPr>
            </a:lvl1pPr>
            <a:lvl2pPr indent="-3238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 sz="1500">
                <a:solidFill>
                  <a:schemeClr val="lt1"/>
                </a:solidFill>
              </a:defRPr>
            </a:lvl2pPr>
            <a:lvl3pPr indent="-3238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 sz="1500">
                <a:solidFill>
                  <a:schemeClr val="lt1"/>
                </a:solidFill>
              </a:defRPr>
            </a:lvl3pPr>
            <a:lvl4pPr indent="-3238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 sz="1500">
                <a:solidFill>
                  <a:schemeClr val="lt1"/>
                </a:solidFill>
              </a:defRPr>
            </a:lvl4pPr>
            <a:lvl5pPr indent="-3238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 sz="1500">
                <a:solidFill>
                  <a:schemeClr val="lt1"/>
                </a:solidFill>
              </a:defRPr>
            </a:lvl5pPr>
            <a:lvl6pPr indent="-3238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 sz="1500">
                <a:solidFill>
                  <a:schemeClr val="lt1"/>
                </a:solidFill>
              </a:defRPr>
            </a:lvl6pPr>
            <a:lvl7pPr indent="-3238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 sz="1500">
                <a:solidFill>
                  <a:schemeClr val="lt1"/>
                </a:solidFill>
              </a:defRPr>
            </a:lvl7pPr>
            <a:lvl8pPr indent="-3238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 sz="1500">
                <a:solidFill>
                  <a:schemeClr val="lt1"/>
                </a:solidFill>
              </a:defRPr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 sz="1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9" name="Google Shape;219;p34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dk2"/>
                </a:solidFill>
              </a:defRPr>
            </a:lvl1pPr>
            <a:lvl2pPr lvl="1" rtl="0">
              <a:buNone/>
              <a:defRPr sz="1100">
                <a:solidFill>
                  <a:schemeClr val="dk2"/>
                </a:solidFill>
              </a:defRPr>
            </a:lvl2pPr>
            <a:lvl3pPr lvl="2" rtl="0">
              <a:buNone/>
              <a:defRPr sz="1100">
                <a:solidFill>
                  <a:schemeClr val="dk2"/>
                </a:solidFill>
              </a:defRPr>
            </a:lvl3pPr>
            <a:lvl4pPr lvl="3" rtl="0">
              <a:buNone/>
              <a:defRPr sz="1100">
                <a:solidFill>
                  <a:schemeClr val="dk2"/>
                </a:solidFill>
              </a:defRPr>
            </a:lvl4pPr>
            <a:lvl5pPr lvl="4" rtl="0">
              <a:buNone/>
              <a:defRPr sz="1100">
                <a:solidFill>
                  <a:schemeClr val="dk2"/>
                </a:solidFill>
              </a:defRPr>
            </a:lvl5pPr>
            <a:lvl6pPr lvl="5" rtl="0">
              <a:buNone/>
              <a:defRPr sz="1100">
                <a:solidFill>
                  <a:schemeClr val="dk2"/>
                </a:solidFill>
              </a:defRPr>
            </a:lvl6pPr>
            <a:lvl7pPr lvl="6" rtl="0">
              <a:buNone/>
              <a:defRPr sz="1100">
                <a:solidFill>
                  <a:schemeClr val="dk2"/>
                </a:solidFill>
              </a:defRPr>
            </a:lvl7pPr>
            <a:lvl8pPr lvl="7" rtl="0">
              <a:buNone/>
              <a:defRPr sz="1100">
                <a:solidFill>
                  <a:schemeClr val="dk2"/>
                </a:solidFill>
              </a:defRPr>
            </a:lvl8pPr>
            <a:lvl9pPr lvl="8" rtl="0">
              <a:buNone/>
              <a:defRPr sz="11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0" name="Google Shape;220;p34"/>
          <p:cNvSpPr/>
          <p:nvPr/>
        </p:nvSpPr>
        <p:spPr>
          <a:xfrm>
            <a:off x="4416275" y="1976923"/>
            <a:ext cx="4045200" cy="28713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34"/>
          <p:cNvSpPr/>
          <p:nvPr/>
        </p:nvSpPr>
        <p:spPr>
          <a:xfrm rot="444408">
            <a:off x="5636457" y="2500588"/>
            <a:ext cx="1505663" cy="1505327"/>
          </a:xfrm>
          <a:prstGeom prst="pie">
            <a:avLst>
              <a:gd fmla="val 8241844" name="adj1"/>
              <a:gd fmla="val 12554936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fferentiators / 4 column text">
  <p:cSld name="BIG_NUMBER">
    <p:bg>
      <p:bgPr>
        <a:solidFill>
          <a:schemeClr val="dk1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5"/>
          <p:cNvSpPr/>
          <p:nvPr/>
        </p:nvSpPr>
        <p:spPr>
          <a:xfrm>
            <a:off x="0" y="1324925"/>
            <a:ext cx="4572000" cy="1910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"/>
          </a:p>
        </p:txBody>
      </p:sp>
      <p:sp>
        <p:nvSpPr>
          <p:cNvPr id="224" name="Google Shape;224;p35"/>
          <p:cNvSpPr/>
          <p:nvPr/>
        </p:nvSpPr>
        <p:spPr>
          <a:xfrm>
            <a:off x="0" y="3235076"/>
            <a:ext cx="4572000" cy="1914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">
              <a:solidFill>
                <a:schemeClr val="dk2"/>
              </a:solidFill>
            </a:endParaRPr>
          </a:p>
        </p:txBody>
      </p:sp>
      <p:sp>
        <p:nvSpPr>
          <p:cNvPr id="225" name="Google Shape;225;p35"/>
          <p:cNvSpPr/>
          <p:nvPr/>
        </p:nvSpPr>
        <p:spPr>
          <a:xfrm>
            <a:off x="4571892" y="3235076"/>
            <a:ext cx="4572000" cy="1914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">
              <a:solidFill>
                <a:schemeClr val="lt1"/>
              </a:solidFill>
            </a:endParaRPr>
          </a:p>
        </p:txBody>
      </p:sp>
      <p:sp>
        <p:nvSpPr>
          <p:cNvPr id="226" name="Google Shape;226;p35"/>
          <p:cNvSpPr/>
          <p:nvPr/>
        </p:nvSpPr>
        <p:spPr>
          <a:xfrm>
            <a:off x="4571892" y="1324925"/>
            <a:ext cx="4572000" cy="1910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">
              <a:solidFill>
                <a:schemeClr val="accent5"/>
              </a:solidFill>
            </a:endParaRPr>
          </a:p>
        </p:txBody>
      </p:sp>
      <p:sp>
        <p:nvSpPr>
          <p:cNvPr id="227" name="Google Shape;227;p35"/>
          <p:cNvSpPr txBox="1"/>
          <p:nvPr>
            <p:ph idx="1" type="subTitle"/>
          </p:nvPr>
        </p:nvSpPr>
        <p:spPr>
          <a:xfrm>
            <a:off x="480420" y="290626"/>
            <a:ext cx="3592200" cy="33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28" name="Google Shape;228;p35"/>
          <p:cNvSpPr txBox="1"/>
          <p:nvPr>
            <p:ph idx="2" type="body"/>
          </p:nvPr>
        </p:nvSpPr>
        <p:spPr>
          <a:xfrm>
            <a:off x="480425" y="610475"/>
            <a:ext cx="4878300" cy="60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29" name="Google Shape;229;p35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dk2"/>
                </a:solidFill>
              </a:defRPr>
            </a:lvl1pPr>
            <a:lvl2pPr lvl="1" rtl="0">
              <a:buNone/>
              <a:defRPr sz="1100">
                <a:solidFill>
                  <a:schemeClr val="dk2"/>
                </a:solidFill>
              </a:defRPr>
            </a:lvl2pPr>
            <a:lvl3pPr lvl="2" rtl="0">
              <a:buNone/>
              <a:defRPr sz="1100">
                <a:solidFill>
                  <a:schemeClr val="dk2"/>
                </a:solidFill>
              </a:defRPr>
            </a:lvl3pPr>
            <a:lvl4pPr lvl="3" rtl="0">
              <a:buNone/>
              <a:defRPr sz="1100">
                <a:solidFill>
                  <a:schemeClr val="dk2"/>
                </a:solidFill>
              </a:defRPr>
            </a:lvl4pPr>
            <a:lvl5pPr lvl="4" rtl="0">
              <a:buNone/>
              <a:defRPr sz="1100">
                <a:solidFill>
                  <a:schemeClr val="dk2"/>
                </a:solidFill>
              </a:defRPr>
            </a:lvl5pPr>
            <a:lvl6pPr lvl="5" rtl="0">
              <a:buNone/>
              <a:defRPr sz="1100">
                <a:solidFill>
                  <a:schemeClr val="dk2"/>
                </a:solidFill>
              </a:defRPr>
            </a:lvl6pPr>
            <a:lvl7pPr lvl="6" rtl="0">
              <a:buNone/>
              <a:defRPr sz="1100">
                <a:solidFill>
                  <a:schemeClr val="dk2"/>
                </a:solidFill>
              </a:defRPr>
            </a:lvl7pPr>
            <a:lvl8pPr lvl="7" rtl="0">
              <a:buNone/>
              <a:defRPr sz="1100">
                <a:solidFill>
                  <a:schemeClr val="dk2"/>
                </a:solidFill>
              </a:defRPr>
            </a:lvl8pPr>
            <a:lvl9pPr lvl="8" rtl="0">
              <a:buNone/>
              <a:defRPr sz="11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blank">
  <p:cSld name="BLANK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6"/>
          <p:cNvSpPr txBox="1"/>
          <p:nvPr>
            <p:ph type="title"/>
          </p:nvPr>
        </p:nvSpPr>
        <p:spPr>
          <a:xfrm>
            <a:off x="697350" y="2932550"/>
            <a:ext cx="7749300" cy="101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32" name="Google Shape;232;p36"/>
          <p:cNvSpPr txBox="1"/>
          <p:nvPr>
            <p:ph idx="2" type="title"/>
          </p:nvPr>
        </p:nvSpPr>
        <p:spPr>
          <a:xfrm>
            <a:off x="3278250" y="1194450"/>
            <a:ext cx="2587500" cy="19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33" name="Google Shape;233;p3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1 column text">
  <p:cSld name="TITLE_1">
    <p:bg>
      <p:bgPr>
        <a:solidFill>
          <a:schemeClr val="dk1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7"/>
          <p:cNvSpPr/>
          <p:nvPr/>
        </p:nvSpPr>
        <p:spPr>
          <a:xfrm>
            <a:off x="0" y="0"/>
            <a:ext cx="9144000" cy="1631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37"/>
          <p:cNvSpPr txBox="1"/>
          <p:nvPr>
            <p:ph idx="1" type="subTitle"/>
          </p:nvPr>
        </p:nvSpPr>
        <p:spPr>
          <a:xfrm>
            <a:off x="791150" y="522625"/>
            <a:ext cx="5938800" cy="110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Hepta Slab Medium"/>
              <a:buNone/>
              <a:defRPr sz="3600"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37" name="Google Shape;237;p37"/>
          <p:cNvSpPr txBox="1"/>
          <p:nvPr>
            <p:ph idx="2" type="body"/>
          </p:nvPr>
        </p:nvSpPr>
        <p:spPr>
          <a:xfrm>
            <a:off x="810075" y="2065225"/>
            <a:ext cx="7539900" cy="27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●"/>
              <a:defRPr sz="2800">
                <a:solidFill>
                  <a:schemeClr val="lt1"/>
                </a:solidFill>
              </a:defRPr>
            </a:lvl1pPr>
            <a:lvl2pPr indent="-4064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 sz="2800">
                <a:solidFill>
                  <a:schemeClr val="lt1"/>
                </a:solidFill>
              </a:defRPr>
            </a:lvl2pPr>
            <a:lvl3pPr indent="-4064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■"/>
              <a:defRPr sz="2800">
                <a:solidFill>
                  <a:schemeClr val="lt1"/>
                </a:solidFill>
              </a:defRPr>
            </a:lvl3pPr>
            <a:lvl4pPr indent="-4064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●"/>
              <a:defRPr sz="2800">
                <a:solidFill>
                  <a:schemeClr val="lt1"/>
                </a:solidFill>
              </a:defRPr>
            </a:lvl4pPr>
            <a:lvl5pPr indent="-4064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 sz="2800">
                <a:solidFill>
                  <a:schemeClr val="lt1"/>
                </a:solidFill>
              </a:defRPr>
            </a:lvl5pPr>
            <a:lvl6pPr indent="-4064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■"/>
              <a:defRPr sz="2800">
                <a:solidFill>
                  <a:schemeClr val="lt1"/>
                </a:solidFill>
              </a:defRPr>
            </a:lvl6pPr>
            <a:lvl7pPr indent="-4064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●"/>
              <a:defRPr sz="2800">
                <a:solidFill>
                  <a:schemeClr val="lt1"/>
                </a:solidFill>
              </a:defRPr>
            </a:lvl7pPr>
            <a:lvl8pPr indent="-4064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 sz="2800">
                <a:solidFill>
                  <a:schemeClr val="lt1"/>
                </a:solidFill>
              </a:defRPr>
            </a:lvl8pPr>
            <a:lvl9pPr indent="-4064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■"/>
              <a:defRPr sz="2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8" name="Google Shape;238;p37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1"/>
                </a:solidFill>
              </a:defRPr>
            </a:lvl1pPr>
            <a:lvl2pPr lvl="1" rtl="0">
              <a:buNone/>
              <a:defRPr sz="1100">
                <a:solidFill>
                  <a:schemeClr val="accent1"/>
                </a:solidFill>
              </a:defRPr>
            </a:lvl2pPr>
            <a:lvl3pPr lvl="2" rtl="0">
              <a:buNone/>
              <a:defRPr sz="1100">
                <a:solidFill>
                  <a:schemeClr val="accent1"/>
                </a:solidFill>
              </a:defRPr>
            </a:lvl3pPr>
            <a:lvl4pPr lvl="3" rtl="0">
              <a:buNone/>
              <a:defRPr sz="1100">
                <a:solidFill>
                  <a:schemeClr val="accent1"/>
                </a:solidFill>
              </a:defRPr>
            </a:lvl4pPr>
            <a:lvl5pPr lvl="4" rtl="0">
              <a:buNone/>
              <a:defRPr sz="1100">
                <a:solidFill>
                  <a:schemeClr val="accent1"/>
                </a:solidFill>
              </a:defRPr>
            </a:lvl5pPr>
            <a:lvl6pPr lvl="5" rtl="0">
              <a:buNone/>
              <a:defRPr sz="1100">
                <a:solidFill>
                  <a:schemeClr val="accent1"/>
                </a:solidFill>
              </a:defRPr>
            </a:lvl6pPr>
            <a:lvl7pPr lvl="6" rtl="0">
              <a:buNone/>
              <a:defRPr sz="1100">
                <a:solidFill>
                  <a:schemeClr val="accent1"/>
                </a:solidFill>
              </a:defRPr>
            </a:lvl7pPr>
            <a:lvl8pPr lvl="7" rtl="0">
              <a:buNone/>
              <a:defRPr sz="1100">
                <a:solidFill>
                  <a:schemeClr val="accent1"/>
                </a:solidFill>
              </a:defRPr>
            </a:lvl8pPr>
            <a:lvl9pPr lvl="8" rtl="0">
              <a:buNone/>
              <a:defRPr sz="1100"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Background Image + Text">
  <p:cSld name="CUSTOM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8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38"/>
          <p:cNvSpPr txBox="1"/>
          <p:nvPr>
            <p:ph idx="1" type="body"/>
          </p:nvPr>
        </p:nvSpPr>
        <p:spPr>
          <a:xfrm>
            <a:off x="4655675" y="956675"/>
            <a:ext cx="3965400" cy="7752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274300" lIns="274300" spcFirstLastPara="1" rIns="27430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○"/>
              <a:defRPr sz="1100"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○"/>
              <a:defRPr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○"/>
              <a:defRPr sz="1100"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42" name="Google Shape;242;p38"/>
          <p:cNvSpPr txBox="1"/>
          <p:nvPr>
            <p:ph idx="3" type="subTitle"/>
          </p:nvPr>
        </p:nvSpPr>
        <p:spPr>
          <a:xfrm>
            <a:off x="4655675" y="522900"/>
            <a:ext cx="3965400" cy="442800"/>
          </a:xfrm>
          <a:prstGeom prst="rect">
            <a:avLst/>
          </a:prstGeom>
          <a:solidFill>
            <a:schemeClr val="lt1"/>
          </a:solidFill>
        </p:spPr>
        <p:txBody>
          <a:bodyPr anchorCtr="0" anchor="b" bIns="0" lIns="274300" spcFirstLastPara="1" rIns="274300" wrap="square" tIns="2743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43" name="Google Shape;243;p38"/>
          <p:cNvSpPr txBox="1"/>
          <p:nvPr>
            <p:ph idx="4" type="body"/>
          </p:nvPr>
        </p:nvSpPr>
        <p:spPr>
          <a:xfrm>
            <a:off x="524350" y="4144800"/>
            <a:ext cx="1558800" cy="4758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137150" lIns="137150" spcFirstLastPara="1" rIns="137150" wrap="square" tIns="13715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●"/>
              <a:defRPr sz="700">
                <a:latin typeface="Barlow"/>
                <a:ea typeface="Barlow"/>
                <a:cs typeface="Barlow"/>
                <a:sym typeface="Barlow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○"/>
              <a:defRPr sz="700">
                <a:latin typeface="Barlow"/>
                <a:ea typeface="Barlow"/>
                <a:cs typeface="Barlow"/>
                <a:sym typeface="Barlow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■"/>
              <a:defRPr sz="700">
                <a:latin typeface="Barlow"/>
                <a:ea typeface="Barlow"/>
                <a:cs typeface="Barlow"/>
                <a:sym typeface="Barlow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●"/>
              <a:defRPr sz="700">
                <a:latin typeface="Barlow"/>
                <a:ea typeface="Barlow"/>
                <a:cs typeface="Barlow"/>
                <a:sym typeface="Barlow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○"/>
              <a:defRPr sz="700">
                <a:latin typeface="Barlow"/>
                <a:ea typeface="Barlow"/>
                <a:cs typeface="Barlow"/>
                <a:sym typeface="Barlow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■"/>
              <a:defRPr sz="700">
                <a:latin typeface="Barlow"/>
                <a:ea typeface="Barlow"/>
                <a:cs typeface="Barlow"/>
                <a:sym typeface="Barlow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●"/>
              <a:defRPr sz="700">
                <a:latin typeface="Barlow"/>
                <a:ea typeface="Barlow"/>
                <a:cs typeface="Barlow"/>
                <a:sym typeface="Barlow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○"/>
              <a:defRPr sz="700">
                <a:latin typeface="Barlow"/>
                <a:ea typeface="Barlow"/>
                <a:cs typeface="Barlow"/>
                <a:sym typeface="Barlow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■"/>
              <a:defRPr sz="700"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44" name="Google Shape;244;p3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>
                <a:latin typeface="Barlow"/>
                <a:ea typeface="Barlow"/>
                <a:cs typeface="Barlow"/>
                <a:sym typeface="Barlow"/>
              </a:defRPr>
            </a:lvl1pPr>
            <a:lvl2pPr lvl="1">
              <a:buNone/>
              <a:defRPr>
                <a:latin typeface="Barlow"/>
                <a:ea typeface="Barlow"/>
                <a:cs typeface="Barlow"/>
                <a:sym typeface="Barlow"/>
              </a:defRPr>
            </a:lvl2pPr>
            <a:lvl3pPr lvl="2">
              <a:buNone/>
              <a:defRPr>
                <a:latin typeface="Barlow"/>
                <a:ea typeface="Barlow"/>
                <a:cs typeface="Barlow"/>
                <a:sym typeface="Barlow"/>
              </a:defRPr>
            </a:lvl3pPr>
            <a:lvl4pPr lvl="3">
              <a:buNone/>
              <a:defRPr>
                <a:latin typeface="Barlow"/>
                <a:ea typeface="Barlow"/>
                <a:cs typeface="Barlow"/>
                <a:sym typeface="Barlow"/>
              </a:defRPr>
            </a:lvl4pPr>
            <a:lvl5pPr lvl="4">
              <a:buNone/>
              <a:defRPr>
                <a:latin typeface="Barlow"/>
                <a:ea typeface="Barlow"/>
                <a:cs typeface="Barlow"/>
                <a:sym typeface="Barlow"/>
              </a:defRPr>
            </a:lvl5pPr>
            <a:lvl6pPr lvl="5">
              <a:buNone/>
              <a:defRPr>
                <a:latin typeface="Barlow"/>
                <a:ea typeface="Barlow"/>
                <a:cs typeface="Barlow"/>
                <a:sym typeface="Barlow"/>
              </a:defRPr>
            </a:lvl6pPr>
            <a:lvl7pPr lvl="6">
              <a:buNone/>
              <a:defRPr>
                <a:latin typeface="Barlow"/>
                <a:ea typeface="Barlow"/>
                <a:cs typeface="Barlow"/>
                <a:sym typeface="Barlow"/>
              </a:defRPr>
            </a:lvl7pPr>
            <a:lvl8pPr lvl="7">
              <a:buNone/>
              <a:defRPr>
                <a:latin typeface="Barlow"/>
                <a:ea typeface="Barlow"/>
                <a:cs typeface="Barlow"/>
                <a:sym typeface="Barlow"/>
              </a:defRPr>
            </a:lvl8pPr>
            <a:lvl9pPr lvl="8">
              <a:buNone/>
              <a:defRPr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+ Image">
  <p:cSld name="CUSTOM_1">
    <p:bg>
      <p:bgPr>
        <a:solidFill>
          <a:schemeClr val="lt2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9"/>
          <p:cNvSpPr/>
          <p:nvPr>
            <p:ph idx="2" type="pic"/>
          </p:nvPr>
        </p:nvSpPr>
        <p:spPr>
          <a:xfrm>
            <a:off x="5485725" y="523025"/>
            <a:ext cx="3135300" cy="40977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47" name="Google Shape;247;p39"/>
          <p:cNvSpPr txBox="1"/>
          <p:nvPr>
            <p:ph type="title"/>
          </p:nvPr>
        </p:nvSpPr>
        <p:spPr>
          <a:xfrm>
            <a:off x="591441" y="391675"/>
            <a:ext cx="4397400" cy="3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48" name="Google Shape;248;p39"/>
          <p:cNvSpPr txBox="1"/>
          <p:nvPr>
            <p:ph idx="1" type="body"/>
          </p:nvPr>
        </p:nvSpPr>
        <p:spPr>
          <a:xfrm>
            <a:off x="638750" y="4413181"/>
            <a:ext cx="5537100" cy="31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●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○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■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●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○"/>
              <a:defRPr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■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●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○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■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49" name="Google Shape;249;p39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1"/>
                </a:solidFill>
              </a:defRPr>
            </a:lvl1pPr>
            <a:lvl2pPr lvl="1" rtl="0">
              <a:buNone/>
              <a:defRPr sz="1100">
                <a:solidFill>
                  <a:schemeClr val="accent1"/>
                </a:solidFill>
              </a:defRPr>
            </a:lvl2pPr>
            <a:lvl3pPr lvl="2" rtl="0">
              <a:buNone/>
              <a:defRPr sz="1100">
                <a:solidFill>
                  <a:schemeClr val="accent1"/>
                </a:solidFill>
              </a:defRPr>
            </a:lvl3pPr>
            <a:lvl4pPr lvl="3" rtl="0">
              <a:buNone/>
              <a:defRPr sz="1100">
                <a:solidFill>
                  <a:schemeClr val="accent1"/>
                </a:solidFill>
              </a:defRPr>
            </a:lvl4pPr>
            <a:lvl5pPr lvl="4" rtl="0">
              <a:buNone/>
              <a:defRPr sz="1100">
                <a:solidFill>
                  <a:schemeClr val="accent1"/>
                </a:solidFill>
              </a:defRPr>
            </a:lvl5pPr>
            <a:lvl6pPr lvl="5" rtl="0">
              <a:buNone/>
              <a:defRPr sz="1100">
                <a:solidFill>
                  <a:schemeClr val="accent1"/>
                </a:solidFill>
              </a:defRPr>
            </a:lvl6pPr>
            <a:lvl7pPr lvl="6" rtl="0">
              <a:buNone/>
              <a:defRPr sz="1100">
                <a:solidFill>
                  <a:schemeClr val="accent1"/>
                </a:solidFill>
              </a:defRPr>
            </a:lvl7pPr>
            <a:lvl8pPr lvl="7" rtl="0">
              <a:buNone/>
              <a:defRPr sz="1100">
                <a:solidFill>
                  <a:schemeClr val="accent1"/>
                </a:solidFill>
              </a:defRPr>
            </a:lvl8pPr>
            <a:lvl9pPr lvl="8" rtl="0">
              <a:buNone/>
              <a:defRPr sz="1100"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oals + 5 Images">
  <p:cSld name="CUSTOM_2">
    <p:bg>
      <p:bgPr>
        <a:solidFill>
          <a:schemeClr val="dk1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40"/>
          <p:cNvSpPr txBox="1"/>
          <p:nvPr>
            <p:ph idx="1" type="body"/>
          </p:nvPr>
        </p:nvSpPr>
        <p:spPr>
          <a:xfrm>
            <a:off x="5481425" y="2715575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52" name="Google Shape;252;p40"/>
          <p:cNvSpPr txBox="1"/>
          <p:nvPr>
            <p:ph idx="2" type="body"/>
          </p:nvPr>
        </p:nvSpPr>
        <p:spPr>
          <a:xfrm>
            <a:off x="3918400" y="2715725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53" name="Google Shape;253;p40"/>
          <p:cNvSpPr txBox="1"/>
          <p:nvPr>
            <p:ph idx="3" type="body"/>
          </p:nvPr>
        </p:nvSpPr>
        <p:spPr>
          <a:xfrm>
            <a:off x="2349550" y="2715575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54" name="Google Shape;254;p40"/>
          <p:cNvSpPr txBox="1"/>
          <p:nvPr>
            <p:ph idx="4" type="body"/>
          </p:nvPr>
        </p:nvSpPr>
        <p:spPr>
          <a:xfrm>
            <a:off x="791150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55" name="Google Shape;255;p40"/>
          <p:cNvSpPr txBox="1"/>
          <p:nvPr>
            <p:ph idx="5" type="body"/>
          </p:nvPr>
        </p:nvSpPr>
        <p:spPr>
          <a:xfrm>
            <a:off x="791150" y="2715500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56" name="Google Shape;256;p40"/>
          <p:cNvSpPr txBox="1"/>
          <p:nvPr>
            <p:ph idx="6" type="body"/>
          </p:nvPr>
        </p:nvSpPr>
        <p:spPr>
          <a:xfrm>
            <a:off x="7044450" y="2715500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cxnSp>
        <p:nvCxnSpPr>
          <p:cNvPr id="257" name="Google Shape;257;p40"/>
          <p:cNvCxnSpPr/>
          <p:nvPr/>
        </p:nvCxnSpPr>
        <p:spPr>
          <a:xfrm rot="10800000">
            <a:off x="827250" y="1481375"/>
            <a:ext cx="74895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8" name="Google Shape;258;p40"/>
          <p:cNvSpPr/>
          <p:nvPr>
            <p:ph idx="7" type="pic"/>
          </p:nvPr>
        </p:nvSpPr>
        <p:spPr>
          <a:xfrm>
            <a:off x="7049625" y="523025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59" name="Google Shape;259;p40"/>
          <p:cNvSpPr/>
          <p:nvPr>
            <p:ph idx="8" type="pic"/>
          </p:nvPr>
        </p:nvSpPr>
        <p:spPr>
          <a:xfrm>
            <a:off x="784775" y="5221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60" name="Google Shape;260;p40"/>
          <p:cNvSpPr/>
          <p:nvPr>
            <p:ph idx="9" type="pic"/>
          </p:nvPr>
        </p:nvSpPr>
        <p:spPr>
          <a:xfrm>
            <a:off x="2343950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61" name="Google Shape;261;p40"/>
          <p:cNvSpPr/>
          <p:nvPr>
            <p:ph idx="13" type="pic"/>
          </p:nvPr>
        </p:nvSpPr>
        <p:spPr>
          <a:xfrm>
            <a:off x="3915213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62" name="Google Shape;262;p40"/>
          <p:cNvSpPr/>
          <p:nvPr>
            <p:ph idx="14" type="pic"/>
          </p:nvPr>
        </p:nvSpPr>
        <p:spPr>
          <a:xfrm>
            <a:off x="5490975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63" name="Google Shape;263;p40"/>
          <p:cNvSpPr txBox="1"/>
          <p:nvPr>
            <p:ph idx="15" type="body"/>
          </p:nvPr>
        </p:nvSpPr>
        <p:spPr>
          <a:xfrm>
            <a:off x="5481425" y="4112700"/>
            <a:ext cx="2877600" cy="505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64" name="Google Shape;264;p40"/>
          <p:cNvSpPr txBox="1"/>
          <p:nvPr>
            <p:ph idx="16" type="subTitle"/>
          </p:nvPr>
        </p:nvSpPr>
        <p:spPr>
          <a:xfrm>
            <a:off x="5481425" y="3897300"/>
            <a:ext cx="2877600" cy="21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65" name="Google Shape;265;p40"/>
          <p:cNvSpPr txBox="1"/>
          <p:nvPr>
            <p:ph idx="17" type="body"/>
          </p:nvPr>
        </p:nvSpPr>
        <p:spPr>
          <a:xfrm>
            <a:off x="2349500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66" name="Google Shape;266;p40"/>
          <p:cNvSpPr txBox="1"/>
          <p:nvPr>
            <p:ph idx="18" type="body"/>
          </p:nvPr>
        </p:nvSpPr>
        <p:spPr>
          <a:xfrm>
            <a:off x="3915488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67" name="Google Shape;267;p40"/>
          <p:cNvSpPr txBox="1"/>
          <p:nvPr>
            <p:ph idx="19" type="body"/>
          </p:nvPr>
        </p:nvSpPr>
        <p:spPr>
          <a:xfrm>
            <a:off x="5479963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68" name="Google Shape;268;p40"/>
          <p:cNvSpPr txBox="1"/>
          <p:nvPr>
            <p:ph idx="20" type="body"/>
          </p:nvPr>
        </p:nvSpPr>
        <p:spPr>
          <a:xfrm>
            <a:off x="7047338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69" name="Google Shape;269;p40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1"/>
                </a:solidFill>
              </a:defRPr>
            </a:lvl1pPr>
            <a:lvl2pPr lvl="1" rtl="0">
              <a:buNone/>
              <a:defRPr sz="1100">
                <a:solidFill>
                  <a:schemeClr val="accent1"/>
                </a:solidFill>
              </a:defRPr>
            </a:lvl2pPr>
            <a:lvl3pPr lvl="2" rtl="0">
              <a:buNone/>
              <a:defRPr sz="1100">
                <a:solidFill>
                  <a:schemeClr val="accent1"/>
                </a:solidFill>
              </a:defRPr>
            </a:lvl3pPr>
            <a:lvl4pPr lvl="3" rtl="0">
              <a:buNone/>
              <a:defRPr sz="1100">
                <a:solidFill>
                  <a:schemeClr val="accent1"/>
                </a:solidFill>
              </a:defRPr>
            </a:lvl4pPr>
            <a:lvl5pPr lvl="4" rtl="0">
              <a:buNone/>
              <a:defRPr sz="1100">
                <a:solidFill>
                  <a:schemeClr val="accent1"/>
                </a:solidFill>
              </a:defRPr>
            </a:lvl5pPr>
            <a:lvl6pPr lvl="5" rtl="0">
              <a:buNone/>
              <a:defRPr sz="1100">
                <a:solidFill>
                  <a:schemeClr val="accent1"/>
                </a:solidFill>
              </a:defRPr>
            </a:lvl6pPr>
            <a:lvl7pPr lvl="6" rtl="0">
              <a:buNone/>
              <a:defRPr sz="1100">
                <a:solidFill>
                  <a:schemeClr val="accent1"/>
                </a:solidFill>
              </a:defRPr>
            </a:lvl7pPr>
            <a:lvl8pPr lvl="7" rtl="0">
              <a:buNone/>
              <a:defRPr sz="1100">
                <a:solidFill>
                  <a:schemeClr val="accent1"/>
                </a:solidFill>
              </a:defRPr>
            </a:lvl8pPr>
            <a:lvl9pPr lvl="8" rtl="0">
              <a:buNone/>
              <a:defRPr sz="1100"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rategy Canvas / Line Graph">
  <p:cSld name="CUSTOM_3">
    <p:bg>
      <p:bgPr>
        <a:solidFill>
          <a:schemeClr val="dk1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1"/>
          <p:cNvSpPr txBox="1"/>
          <p:nvPr>
            <p:ph idx="1" type="body"/>
          </p:nvPr>
        </p:nvSpPr>
        <p:spPr>
          <a:xfrm>
            <a:off x="3917825" y="4024920"/>
            <a:ext cx="4441200" cy="505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272" name="Google Shape;272;p41"/>
          <p:cNvSpPr txBox="1"/>
          <p:nvPr>
            <p:ph idx="2" type="subTitle"/>
          </p:nvPr>
        </p:nvSpPr>
        <p:spPr>
          <a:xfrm>
            <a:off x="783675" y="3967895"/>
            <a:ext cx="2877600" cy="431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273" name="Google Shape;273;p41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1"/>
                </a:solidFill>
              </a:defRPr>
            </a:lvl1pPr>
            <a:lvl2pPr lvl="1" rtl="0">
              <a:buNone/>
              <a:defRPr sz="1100">
                <a:solidFill>
                  <a:schemeClr val="accent1"/>
                </a:solidFill>
              </a:defRPr>
            </a:lvl2pPr>
            <a:lvl3pPr lvl="2" rtl="0">
              <a:buNone/>
              <a:defRPr sz="1100">
                <a:solidFill>
                  <a:schemeClr val="accent1"/>
                </a:solidFill>
              </a:defRPr>
            </a:lvl3pPr>
            <a:lvl4pPr lvl="3" rtl="0">
              <a:buNone/>
              <a:defRPr sz="1100">
                <a:solidFill>
                  <a:schemeClr val="accent1"/>
                </a:solidFill>
              </a:defRPr>
            </a:lvl4pPr>
            <a:lvl5pPr lvl="4" rtl="0">
              <a:buNone/>
              <a:defRPr sz="1100">
                <a:solidFill>
                  <a:schemeClr val="accent1"/>
                </a:solidFill>
              </a:defRPr>
            </a:lvl5pPr>
            <a:lvl6pPr lvl="5" rtl="0">
              <a:buNone/>
              <a:defRPr sz="1100">
                <a:solidFill>
                  <a:schemeClr val="accent1"/>
                </a:solidFill>
              </a:defRPr>
            </a:lvl6pPr>
            <a:lvl7pPr lvl="6" rtl="0">
              <a:buNone/>
              <a:defRPr sz="1100">
                <a:solidFill>
                  <a:schemeClr val="accent1"/>
                </a:solidFill>
              </a:defRPr>
            </a:lvl7pPr>
            <a:lvl8pPr lvl="7" rtl="0">
              <a:buNone/>
              <a:defRPr sz="1100">
                <a:solidFill>
                  <a:schemeClr val="accent1"/>
                </a:solidFill>
              </a:defRPr>
            </a:lvl8pPr>
            <a:lvl9pPr lvl="8" rtl="0">
              <a:buNone/>
              <a:defRPr sz="1100"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CUSTOM_4"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2"/>
          <p:cNvSpPr txBox="1"/>
          <p:nvPr>
            <p:ph type="title"/>
          </p:nvPr>
        </p:nvSpPr>
        <p:spPr>
          <a:xfrm>
            <a:off x="697350" y="2932550"/>
            <a:ext cx="7749300" cy="1015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276" name="Google Shape;276;p42"/>
          <p:cNvSpPr txBox="1"/>
          <p:nvPr>
            <p:ph idx="2" type="title"/>
          </p:nvPr>
        </p:nvSpPr>
        <p:spPr>
          <a:xfrm>
            <a:off x="3278250" y="1194450"/>
            <a:ext cx="2587500" cy="19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277" name="Google Shape;277;p4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PIs / Objectives">
  <p:cSld name="CUSTOM_5">
    <p:bg>
      <p:bgPr>
        <a:solidFill>
          <a:schemeClr val="dk1"/>
        </a:solid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3"/>
          <p:cNvSpPr/>
          <p:nvPr/>
        </p:nvSpPr>
        <p:spPr>
          <a:xfrm rot="-5400000">
            <a:off x="4090300" y="-436575"/>
            <a:ext cx="4099200" cy="6015000"/>
          </a:xfrm>
          <a:prstGeom prst="round2SameRect">
            <a:avLst>
              <a:gd fmla="val 16667" name="adj1"/>
              <a:gd fmla="val 0" name="adj2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80" name="Google Shape;280;p43"/>
          <p:cNvSpPr txBox="1"/>
          <p:nvPr>
            <p:ph idx="1" type="body"/>
          </p:nvPr>
        </p:nvSpPr>
        <p:spPr>
          <a:xfrm>
            <a:off x="3918400" y="3680775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81" name="Google Shape;281;p43"/>
          <p:cNvSpPr txBox="1"/>
          <p:nvPr>
            <p:ph idx="2" type="body"/>
          </p:nvPr>
        </p:nvSpPr>
        <p:spPr>
          <a:xfrm>
            <a:off x="3918400" y="3780825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82" name="Google Shape;282;p43"/>
          <p:cNvSpPr txBox="1"/>
          <p:nvPr>
            <p:ph idx="3" type="body"/>
          </p:nvPr>
        </p:nvSpPr>
        <p:spPr>
          <a:xfrm>
            <a:off x="7044450" y="36805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83" name="Google Shape;283;p43"/>
          <p:cNvSpPr txBox="1"/>
          <p:nvPr>
            <p:ph idx="4" type="body"/>
          </p:nvPr>
        </p:nvSpPr>
        <p:spPr>
          <a:xfrm>
            <a:off x="7044450" y="3780600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84" name="Google Shape;284;p43"/>
          <p:cNvSpPr/>
          <p:nvPr>
            <p:ph idx="5" type="pic"/>
          </p:nvPr>
        </p:nvSpPr>
        <p:spPr>
          <a:xfrm>
            <a:off x="7049625" y="1588125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85" name="Google Shape;285;p43"/>
          <p:cNvSpPr/>
          <p:nvPr>
            <p:ph idx="6" type="pic"/>
          </p:nvPr>
        </p:nvSpPr>
        <p:spPr>
          <a:xfrm>
            <a:off x="3915213" y="15886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86" name="Google Shape;286;p43"/>
          <p:cNvSpPr/>
          <p:nvPr>
            <p:ph idx="7" type="pic"/>
          </p:nvPr>
        </p:nvSpPr>
        <p:spPr>
          <a:xfrm>
            <a:off x="5490975" y="15886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87" name="Google Shape;287;p43"/>
          <p:cNvSpPr txBox="1"/>
          <p:nvPr>
            <p:ph idx="8" type="subTitle"/>
          </p:nvPr>
        </p:nvSpPr>
        <p:spPr>
          <a:xfrm>
            <a:off x="3918800" y="1034575"/>
            <a:ext cx="1307100" cy="554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Barlow ExtraLight"/>
              <a:buNone/>
              <a:defRPr sz="3600">
                <a:solidFill>
                  <a:schemeClr val="accent2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288" name="Google Shape;288;p43"/>
          <p:cNvSpPr txBox="1"/>
          <p:nvPr>
            <p:ph idx="9" type="subTitle"/>
          </p:nvPr>
        </p:nvSpPr>
        <p:spPr>
          <a:xfrm>
            <a:off x="5484775" y="1034575"/>
            <a:ext cx="1307100" cy="554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Barlow ExtraLight"/>
              <a:buNone/>
              <a:defRPr sz="3600">
                <a:solidFill>
                  <a:schemeClr val="accent2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289" name="Google Shape;289;p43"/>
          <p:cNvSpPr txBox="1"/>
          <p:nvPr>
            <p:ph idx="13" type="subTitle"/>
          </p:nvPr>
        </p:nvSpPr>
        <p:spPr>
          <a:xfrm>
            <a:off x="7050750" y="1032775"/>
            <a:ext cx="1307100" cy="554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Barlow ExtraLight"/>
              <a:buNone/>
              <a:defRPr sz="3600">
                <a:solidFill>
                  <a:schemeClr val="accent2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/>
        </p:txBody>
      </p:sp>
      <p:sp>
        <p:nvSpPr>
          <p:cNvPr id="290" name="Google Shape;290;p43"/>
          <p:cNvSpPr txBox="1"/>
          <p:nvPr>
            <p:ph idx="14" type="body"/>
          </p:nvPr>
        </p:nvSpPr>
        <p:spPr>
          <a:xfrm>
            <a:off x="507400" y="1828050"/>
            <a:ext cx="2136300" cy="297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1pPr>
            <a:lvl2pPr indent="-40640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2pPr>
            <a:lvl3pPr indent="-40640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3pPr>
            <a:lvl4pPr indent="-40640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4pPr>
            <a:lvl5pPr indent="-40640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5pPr>
            <a:lvl6pPr indent="-40640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6pPr>
            <a:lvl7pPr indent="-40640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7pPr>
            <a:lvl8pPr indent="-40640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8pPr>
            <a:lvl9pPr indent="-40640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291" name="Google Shape;291;p43"/>
          <p:cNvSpPr txBox="1"/>
          <p:nvPr>
            <p:ph idx="15" type="body"/>
          </p:nvPr>
        </p:nvSpPr>
        <p:spPr>
          <a:xfrm>
            <a:off x="5481425" y="3680775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92" name="Google Shape;292;p43"/>
          <p:cNvSpPr txBox="1"/>
          <p:nvPr>
            <p:ph idx="16" type="body"/>
          </p:nvPr>
        </p:nvSpPr>
        <p:spPr>
          <a:xfrm>
            <a:off x="5481425" y="3780825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93" name="Google Shape;293;p43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2"/>
                </a:solidFill>
              </a:defRPr>
            </a:lvl1pPr>
            <a:lvl2pPr lvl="1" rtl="0">
              <a:buNone/>
              <a:defRPr sz="1100">
                <a:solidFill>
                  <a:schemeClr val="accent2"/>
                </a:solidFill>
              </a:defRPr>
            </a:lvl2pPr>
            <a:lvl3pPr lvl="2" rtl="0">
              <a:buNone/>
              <a:defRPr sz="1100">
                <a:solidFill>
                  <a:schemeClr val="accent2"/>
                </a:solidFill>
              </a:defRPr>
            </a:lvl3pPr>
            <a:lvl4pPr lvl="3" rtl="0">
              <a:buNone/>
              <a:defRPr sz="1100">
                <a:solidFill>
                  <a:schemeClr val="accent2"/>
                </a:solidFill>
              </a:defRPr>
            </a:lvl4pPr>
            <a:lvl5pPr lvl="4" rtl="0">
              <a:buNone/>
              <a:defRPr sz="1100">
                <a:solidFill>
                  <a:schemeClr val="accent2"/>
                </a:solidFill>
              </a:defRPr>
            </a:lvl5pPr>
            <a:lvl6pPr lvl="5" rtl="0">
              <a:buNone/>
              <a:defRPr sz="1100">
                <a:solidFill>
                  <a:schemeClr val="accent2"/>
                </a:solidFill>
              </a:defRPr>
            </a:lvl6pPr>
            <a:lvl7pPr lvl="6" rtl="0">
              <a:buNone/>
              <a:defRPr sz="1100">
                <a:solidFill>
                  <a:schemeClr val="accent2"/>
                </a:solidFill>
              </a:defRPr>
            </a:lvl7pPr>
            <a:lvl8pPr lvl="7" rtl="0">
              <a:buNone/>
              <a:defRPr sz="1100">
                <a:solidFill>
                  <a:schemeClr val="accent2"/>
                </a:solidFill>
              </a:defRPr>
            </a:lvl8pPr>
            <a:lvl9pPr lvl="8" rtl="0">
              <a:buNone/>
              <a:defRPr sz="1100">
                <a:solidFill>
                  <a:schemeClr val="accen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rgbClr val="E46962"/>
          </p15:clr>
        </p15:guide>
        <p15:guide id="2" orient="horz" pos="2088">
          <p15:clr>
            <a:srgbClr val="E46962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ction Plan + 5 Images">
  <p:cSld name="CUSTOM_6">
    <p:bg>
      <p:bgPr>
        <a:solidFill>
          <a:schemeClr val="accent6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idx="1" type="body"/>
          </p:nvPr>
        </p:nvSpPr>
        <p:spPr>
          <a:xfrm>
            <a:off x="791150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296" name="Google Shape;296;p44"/>
          <p:cNvSpPr txBox="1"/>
          <p:nvPr>
            <p:ph idx="2" type="body"/>
          </p:nvPr>
        </p:nvSpPr>
        <p:spPr>
          <a:xfrm>
            <a:off x="791150" y="2715500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cxnSp>
        <p:nvCxnSpPr>
          <p:cNvPr id="297" name="Google Shape;297;p44"/>
          <p:cNvCxnSpPr/>
          <p:nvPr/>
        </p:nvCxnSpPr>
        <p:spPr>
          <a:xfrm rot="10800000">
            <a:off x="827250" y="1481375"/>
            <a:ext cx="7489500" cy="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8" name="Google Shape;298;p44"/>
          <p:cNvSpPr/>
          <p:nvPr>
            <p:ph idx="3" type="pic"/>
          </p:nvPr>
        </p:nvSpPr>
        <p:spPr>
          <a:xfrm>
            <a:off x="7049625" y="523025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299" name="Google Shape;299;p44"/>
          <p:cNvSpPr/>
          <p:nvPr>
            <p:ph idx="4" type="pic"/>
          </p:nvPr>
        </p:nvSpPr>
        <p:spPr>
          <a:xfrm>
            <a:off x="784775" y="5221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00" name="Google Shape;300;p44"/>
          <p:cNvSpPr/>
          <p:nvPr>
            <p:ph idx="5" type="pic"/>
          </p:nvPr>
        </p:nvSpPr>
        <p:spPr>
          <a:xfrm>
            <a:off x="2343950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01" name="Google Shape;301;p44"/>
          <p:cNvSpPr/>
          <p:nvPr>
            <p:ph idx="6" type="pic"/>
          </p:nvPr>
        </p:nvSpPr>
        <p:spPr>
          <a:xfrm>
            <a:off x="3915213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02" name="Google Shape;302;p44"/>
          <p:cNvSpPr/>
          <p:nvPr>
            <p:ph idx="7" type="pic"/>
          </p:nvPr>
        </p:nvSpPr>
        <p:spPr>
          <a:xfrm>
            <a:off x="5490975" y="523500"/>
            <a:ext cx="1305900" cy="1918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sp>
      <p:sp>
        <p:nvSpPr>
          <p:cNvPr id="303" name="Google Shape;303;p44"/>
          <p:cNvSpPr txBox="1"/>
          <p:nvPr>
            <p:ph idx="8" type="body"/>
          </p:nvPr>
        </p:nvSpPr>
        <p:spPr>
          <a:xfrm>
            <a:off x="5481425" y="4112700"/>
            <a:ext cx="2877600" cy="505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304" name="Google Shape;304;p44"/>
          <p:cNvSpPr txBox="1"/>
          <p:nvPr>
            <p:ph idx="9" type="subTitle"/>
          </p:nvPr>
        </p:nvSpPr>
        <p:spPr>
          <a:xfrm>
            <a:off x="5481425" y="3897300"/>
            <a:ext cx="2877600" cy="21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305" name="Google Shape;305;p44"/>
          <p:cNvSpPr txBox="1"/>
          <p:nvPr>
            <p:ph idx="13" type="body"/>
          </p:nvPr>
        </p:nvSpPr>
        <p:spPr>
          <a:xfrm>
            <a:off x="2349500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06" name="Google Shape;306;p44"/>
          <p:cNvSpPr txBox="1"/>
          <p:nvPr>
            <p:ph idx="14" type="body"/>
          </p:nvPr>
        </p:nvSpPr>
        <p:spPr>
          <a:xfrm>
            <a:off x="2349500" y="2715500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07" name="Google Shape;307;p44"/>
          <p:cNvSpPr txBox="1"/>
          <p:nvPr>
            <p:ph idx="15" type="body"/>
          </p:nvPr>
        </p:nvSpPr>
        <p:spPr>
          <a:xfrm>
            <a:off x="3907850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08" name="Google Shape;308;p44"/>
          <p:cNvSpPr txBox="1"/>
          <p:nvPr>
            <p:ph idx="16" type="body"/>
          </p:nvPr>
        </p:nvSpPr>
        <p:spPr>
          <a:xfrm>
            <a:off x="3907850" y="2715500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09" name="Google Shape;309;p44"/>
          <p:cNvSpPr txBox="1"/>
          <p:nvPr>
            <p:ph idx="17" type="body"/>
          </p:nvPr>
        </p:nvSpPr>
        <p:spPr>
          <a:xfrm>
            <a:off x="5496525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10" name="Google Shape;310;p44"/>
          <p:cNvSpPr txBox="1"/>
          <p:nvPr>
            <p:ph idx="18" type="body"/>
          </p:nvPr>
        </p:nvSpPr>
        <p:spPr>
          <a:xfrm>
            <a:off x="5496525" y="2715500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11" name="Google Shape;311;p44"/>
          <p:cNvSpPr txBox="1"/>
          <p:nvPr>
            <p:ph idx="19" type="body"/>
          </p:nvPr>
        </p:nvSpPr>
        <p:spPr>
          <a:xfrm>
            <a:off x="7085200" y="2615450"/>
            <a:ext cx="1294800" cy="100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12" name="Google Shape;312;p44"/>
          <p:cNvSpPr txBox="1"/>
          <p:nvPr>
            <p:ph idx="20" type="body"/>
          </p:nvPr>
        </p:nvSpPr>
        <p:spPr>
          <a:xfrm>
            <a:off x="7085200" y="2715500"/>
            <a:ext cx="1294800" cy="2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730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indent="-2730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indent="-2730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indent="-2730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indent="-2730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indent="-2730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indent="-2730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indent="-2730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/>
        </p:txBody>
      </p:sp>
      <p:sp>
        <p:nvSpPr>
          <p:cNvPr id="313" name="Google Shape;313;p44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2"/>
                </a:solidFill>
              </a:defRPr>
            </a:lvl1pPr>
            <a:lvl2pPr lvl="1" rtl="0">
              <a:buNone/>
              <a:defRPr sz="1100">
                <a:solidFill>
                  <a:schemeClr val="accent2"/>
                </a:solidFill>
              </a:defRPr>
            </a:lvl2pPr>
            <a:lvl3pPr lvl="2" rtl="0">
              <a:buNone/>
              <a:defRPr sz="1100">
                <a:solidFill>
                  <a:schemeClr val="accent2"/>
                </a:solidFill>
              </a:defRPr>
            </a:lvl3pPr>
            <a:lvl4pPr lvl="3" rtl="0">
              <a:buNone/>
              <a:defRPr sz="1100">
                <a:solidFill>
                  <a:schemeClr val="accent2"/>
                </a:solidFill>
              </a:defRPr>
            </a:lvl4pPr>
            <a:lvl5pPr lvl="4" rtl="0">
              <a:buNone/>
              <a:defRPr sz="1100">
                <a:solidFill>
                  <a:schemeClr val="accent2"/>
                </a:solidFill>
              </a:defRPr>
            </a:lvl5pPr>
            <a:lvl6pPr lvl="5" rtl="0">
              <a:buNone/>
              <a:defRPr sz="1100">
                <a:solidFill>
                  <a:schemeClr val="accent2"/>
                </a:solidFill>
              </a:defRPr>
            </a:lvl6pPr>
            <a:lvl7pPr lvl="6" rtl="0">
              <a:buNone/>
              <a:defRPr sz="1100">
                <a:solidFill>
                  <a:schemeClr val="accent2"/>
                </a:solidFill>
              </a:defRPr>
            </a:lvl7pPr>
            <a:lvl8pPr lvl="7" rtl="0">
              <a:buNone/>
              <a:defRPr sz="1100">
                <a:solidFill>
                  <a:schemeClr val="accent2"/>
                </a:solidFill>
              </a:defRPr>
            </a:lvl8pPr>
            <a:lvl9pPr lvl="8" rtl="0">
              <a:buNone/>
              <a:defRPr sz="1100">
                <a:solidFill>
                  <a:schemeClr val="accen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 Graphic">
  <p:cSld name="CUSTOM_9">
    <p:bg>
      <p:bgPr>
        <a:solidFill>
          <a:schemeClr val="dk1"/>
        </a:solid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133000" y="514275"/>
            <a:ext cx="3890700" cy="505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316" name="Google Shape;316;p45"/>
          <p:cNvSpPr txBox="1"/>
          <p:nvPr>
            <p:ph idx="2" type="body"/>
          </p:nvPr>
        </p:nvSpPr>
        <p:spPr>
          <a:xfrm>
            <a:off x="657679" y="436194"/>
            <a:ext cx="2278800" cy="198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406400" lvl="0" marL="4572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1pPr>
            <a:lvl2pPr indent="-406400" lvl="1" marL="914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2pPr>
            <a:lvl3pPr indent="-406400" lvl="2" marL="1371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3pPr>
            <a:lvl4pPr indent="-406400" lvl="3" marL="1828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4pPr>
            <a:lvl5pPr indent="-406400" lvl="4" marL="22860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5pPr>
            <a:lvl6pPr indent="-406400" lvl="5" marL="27432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6pPr>
            <a:lvl7pPr indent="-406400" lvl="6" marL="3200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7pPr>
            <a:lvl8pPr indent="-406400" lvl="7" marL="36576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8pPr>
            <a:lvl9pPr indent="-406400" lvl="8" marL="411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2"/>
                </a:solidFill>
              </a:defRPr>
            </a:lvl1pPr>
            <a:lvl2pPr lvl="1" rtl="0">
              <a:buNone/>
              <a:defRPr sz="1100">
                <a:solidFill>
                  <a:schemeClr val="accent2"/>
                </a:solidFill>
              </a:defRPr>
            </a:lvl2pPr>
            <a:lvl3pPr lvl="2" rtl="0">
              <a:buNone/>
              <a:defRPr sz="1100">
                <a:solidFill>
                  <a:schemeClr val="accent2"/>
                </a:solidFill>
              </a:defRPr>
            </a:lvl3pPr>
            <a:lvl4pPr lvl="3" rtl="0">
              <a:buNone/>
              <a:defRPr sz="1100">
                <a:solidFill>
                  <a:schemeClr val="accent2"/>
                </a:solidFill>
              </a:defRPr>
            </a:lvl4pPr>
            <a:lvl5pPr lvl="4" rtl="0">
              <a:buNone/>
              <a:defRPr sz="1100">
                <a:solidFill>
                  <a:schemeClr val="accent2"/>
                </a:solidFill>
              </a:defRPr>
            </a:lvl5pPr>
            <a:lvl6pPr lvl="5" rtl="0">
              <a:buNone/>
              <a:defRPr sz="1100">
                <a:solidFill>
                  <a:schemeClr val="accent2"/>
                </a:solidFill>
              </a:defRPr>
            </a:lvl6pPr>
            <a:lvl7pPr lvl="6" rtl="0">
              <a:buNone/>
              <a:defRPr sz="1100">
                <a:solidFill>
                  <a:schemeClr val="accent2"/>
                </a:solidFill>
              </a:defRPr>
            </a:lvl7pPr>
            <a:lvl8pPr lvl="7" rtl="0">
              <a:buNone/>
              <a:defRPr sz="1100">
                <a:solidFill>
                  <a:schemeClr val="accent2"/>
                </a:solidFill>
              </a:defRPr>
            </a:lvl8pPr>
            <a:lvl9pPr lvl="8" rtl="0">
              <a:buNone/>
              <a:defRPr sz="1100">
                <a:solidFill>
                  <a:schemeClr val="accen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494">
          <p15:clr>
            <a:srgbClr val="E46962"/>
          </p15:clr>
        </p15:guide>
        <p15:guide id="2" orient="horz" pos="504">
          <p15:clr>
            <a:srgbClr val="E46962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evenue / Graphic">
  <p:cSld name="CUSTOM_12">
    <p:bg>
      <p:bgPr>
        <a:solidFill>
          <a:schemeClr val="dk1"/>
        </a:solidFill>
      </p:bgPr>
    </p:bg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6"/>
          <p:cNvSpPr txBox="1"/>
          <p:nvPr>
            <p:ph idx="1" type="body"/>
          </p:nvPr>
        </p:nvSpPr>
        <p:spPr>
          <a:xfrm>
            <a:off x="569725" y="3435300"/>
            <a:ext cx="2884200" cy="1185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/>
        </p:txBody>
      </p:sp>
      <p:sp>
        <p:nvSpPr>
          <p:cNvPr id="320" name="Google Shape;320;p46"/>
          <p:cNvSpPr txBox="1"/>
          <p:nvPr>
            <p:ph idx="2" type="subTitle"/>
          </p:nvPr>
        </p:nvSpPr>
        <p:spPr>
          <a:xfrm>
            <a:off x="466802" y="445100"/>
            <a:ext cx="2403600" cy="537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/>
        </p:txBody>
      </p:sp>
      <p:sp>
        <p:nvSpPr>
          <p:cNvPr id="321" name="Google Shape;321;p46"/>
          <p:cNvSpPr txBox="1"/>
          <p:nvPr>
            <p:ph idx="12" type="sldNum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 sz="1100">
                <a:solidFill>
                  <a:schemeClr val="accent2"/>
                </a:solidFill>
              </a:defRPr>
            </a:lvl1pPr>
            <a:lvl2pPr lvl="1" rtl="0">
              <a:buNone/>
              <a:defRPr sz="1100">
                <a:solidFill>
                  <a:schemeClr val="accent2"/>
                </a:solidFill>
              </a:defRPr>
            </a:lvl2pPr>
            <a:lvl3pPr lvl="2" rtl="0">
              <a:buNone/>
              <a:defRPr sz="1100">
                <a:solidFill>
                  <a:schemeClr val="accent2"/>
                </a:solidFill>
              </a:defRPr>
            </a:lvl3pPr>
            <a:lvl4pPr lvl="3" rtl="0">
              <a:buNone/>
              <a:defRPr sz="1100">
                <a:solidFill>
                  <a:schemeClr val="accent2"/>
                </a:solidFill>
              </a:defRPr>
            </a:lvl4pPr>
            <a:lvl5pPr lvl="4" rtl="0">
              <a:buNone/>
              <a:defRPr sz="1100">
                <a:solidFill>
                  <a:schemeClr val="accent2"/>
                </a:solidFill>
              </a:defRPr>
            </a:lvl5pPr>
            <a:lvl6pPr lvl="5" rtl="0">
              <a:buNone/>
              <a:defRPr sz="1100">
                <a:solidFill>
                  <a:schemeClr val="accent2"/>
                </a:solidFill>
              </a:defRPr>
            </a:lvl6pPr>
            <a:lvl7pPr lvl="6" rtl="0">
              <a:buNone/>
              <a:defRPr sz="1100">
                <a:solidFill>
                  <a:schemeClr val="accent2"/>
                </a:solidFill>
              </a:defRPr>
            </a:lvl7pPr>
            <a:lvl8pPr lvl="7" rtl="0">
              <a:buNone/>
              <a:defRPr sz="1100">
                <a:solidFill>
                  <a:schemeClr val="accent2"/>
                </a:solidFill>
              </a:defRPr>
            </a:lvl8pPr>
            <a:lvl9pPr lvl="8" rtl="0">
              <a:buNone/>
              <a:defRPr sz="1100">
                <a:solidFill>
                  <a:schemeClr val="accen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331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20.xml"/><Relationship Id="rId42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1.xml"/><Relationship Id="rId22" Type="http://schemas.openxmlformats.org/officeDocument/2006/relationships/slideLayout" Target="../slideLayouts/slideLayout22.xml"/><Relationship Id="rId44" Type="http://schemas.openxmlformats.org/officeDocument/2006/relationships/slideLayout" Target="../slideLayouts/slideLayout44.xml"/><Relationship Id="rId21" Type="http://schemas.openxmlformats.org/officeDocument/2006/relationships/slideLayout" Target="../slideLayouts/slideLayout21.xml"/><Relationship Id="rId43" Type="http://schemas.openxmlformats.org/officeDocument/2006/relationships/slideLayout" Target="../slideLayouts/slideLayout43.xml"/><Relationship Id="rId24" Type="http://schemas.openxmlformats.org/officeDocument/2006/relationships/slideLayout" Target="../slideLayouts/slideLayout24.xml"/><Relationship Id="rId46" Type="http://schemas.openxmlformats.org/officeDocument/2006/relationships/theme" Target="../theme/theme2.xml"/><Relationship Id="rId23" Type="http://schemas.openxmlformats.org/officeDocument/2006/relationships/slideLayout" Target="../slideLayouts/slideLayout23.xml"/><Relationship Id="rId45" Type="http://schemas.openxmlformats.org/officeDocument/2006/relationships/slideLayout" Target="../slideLayouts/slideLayout45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9950" y="300125"/>
            <a:ext cx="83538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pta Slab"/>
              <a:buNone/>
              <a:defRPr sz="3600">
                <a:solidFill>
                  <a:schemeClr val="dk1"/>
                </a:solidFill>
                <a:latin typeface="Hepta Slab"/>
                <a:ea typeface="Hepta Slab"/>
                <a:cs typeface="Hepta Slab"/>
                <a:sym typeface="Hepta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36575" y="2676025"/>
            <a:ext cx="5275500" cy="220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Barlow Light"/>
              <a:buChar char="●"/>
              <a:defRPr sz="15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rlow Light"/>
              <a:buChar char="○"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Light"/>
              <a:buChar char="■"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Light"/>
              <a:buChar char="●"/>
              <a:defRPr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 Light"/>
              <a:buChar char="○"/>
              <a:defRPr sz="11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Barlow Light"/>
              <a:buChar char="■"/>
              <a:defRPr sz="10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indent="-2857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Barlow Light"/>
              <a:buChar char="●"/>
              <a:defRPr sz="9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indent="-2794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Barlow Light"/>
              <a:buChar char="○"/>
              <a:defRPr sz="8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indent="-2730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 Light"/>
              <a:buChar char="■"/>
              <a:defRPr sz="8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jp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jp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jp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6" name="Google Shape;326;p47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47"/>
          <p:cNvSpPr txBox="1"/>
          <p:nvPr/>
        </p:nvSpPr>
        <p:spPr>
          <a:xfrm>
            <a:off x="543450" y="2002200"/>
            <a:ext cx="8057100" cy="554100"/>
          </a:xfrm>
          <a:prstGeom prst="rect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Data Search &amp; Extraction with Microservices</a:t>
            </a:r>
            <a:endParaRPr sz="24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28" name="Google Shape;328;p47"/>
          <p:cNvSpPr txBox="1"/>
          <p:nvPr/>
        </p:nvSpPr>
        <p:spPr>
          <a:xfrm>
            <a:off x="1569300" y="2556300"/>
            <a:ext cx="6005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Προπτυχιακή Διπλωματική Εργασία τμήματος Ηλεκτρολόγων Μηχανικών και Τεχνολογίας Υπολογιστών Πανεπιστημίου Πατρών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29" name="Google Shape;329;p47"/>
          <p:cNvSpPr txBox="1"/>
          <p:nvPr/>
        </p:nvSpPr>
        <p:spPr>
          <a:xfrm>
            <a:off x="258150" y="4266275"/>
            <a:ext cx="208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Ζαμπέτης Αναστάσιος</a:t>
            </a:r>
            <a:endParaRPr sz="12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ΑΜ: 228322</a:t>
            </a:r>
            <a:endParaRPr sz="12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30" name="Google Shape;330;p47"/>
          <p:cNvSpPr txBox="1"/>
          <p:nvPr/>
        </p:nvSpPr>
        <p:spPr>
          <a:xfrm>
            <a:off x="7058400" y="4266275"/>
            <a:ext cx="2085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Επιβλέπων Καθηγητής:</a:t>
            </a:r>
            <a:br>
              <a:rPr lang="en" sz="12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" sz="12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Δερματάς Ευάγγελος</a:t>
            </a:r>
            <a:endParaRPr sz="12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48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48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Content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37" name="Google Shape;337;p48"/>
          <p:cNvSpPr txBox="1"/>
          <p:nvPr/>
        </p:nvSpPr>
        <p:spPr>
          <a:xfrm>
            <a:off x="207600" y="1379725"/>
            <a:ext cx="8728800" cy="35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Motivation - Problem Statement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Related Work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Design Concepts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Key Technologies - Technology Selection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Implementation &amp; Architecture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Dataset &amp; Sensor Simulation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Monitoring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Results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Conclusions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49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49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Motivation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44" name="Google Shape;344;p49"/>
          <p:cNvSpPr txBox="1"/>
          <p:nvPr/>
        </p:nvSpPr>
        <p:spPr>
          <a:xfrm>
            <a:off x="207600" y="1886550"/>
            <a:ext cx="8728800" cy="11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Explosion</a:t>
            </a: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 of IoT data; value only if processed and available.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Need for scalable, maintainable, observable systems.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Use case: air-quality sensor network simulation.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9" name="Google Shape;349;p50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50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Problem Statement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51" name="Google Shape;351;p50"/>
          <p:cNvSpPr txBox="1"/>
          <p:nvPr/>
        </p:nvSpPr>
        <p:spPr>
          <a:xfrm>
            <a:off x="207600" y="1886550"/>
            <a:ext cx="8728800" cy="15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Collect realistic sensor data, process it, and make it </a:t>
            </a: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observable.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Constraints</a:t>
            </a: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: low-resource devices, intermittent networks.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Goal: reproducible, containerized pipeline for metrics and dashboards, showcasing a microservice design approach.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6" name="Google Shape;356;p51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51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Related Work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58" name="Google Shape;358;p51"/>
          <p:cNvSpPr txBox="1"/>
          <p:nvPr/>
        </p:nvSpPr>
        <p:spPr>
          <a:xfrm>
            <a:off x="207600" y="1181950"/>
            <a:ext cx="8728800" cy="36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IoT Environmental Monitoring: De Vito et al. (2008) demonstrated field-deployable low-cost gas sensor arrays for urban air quality; 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Kumar et al. (2015) surveyed low-cost sensor networks and underscored the need for real-time data pipelines and visualization.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IoT Simulation: Anderson et al. (2014) a realistic simulation requires replaying real data, not random generation.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IOTSim (Zeng et al., 2017), MobIoTSim (Kertesz et al., 2019), and Kaala (Dayalan et al., 2022) all bridge simulated devices with real backends.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Microservice Architectures: Gos &amp; Zabierowski (2020), Auer et al. (2021), and Chandrinos (2021) confirm microservices enable independent deployment and scaling at the cost of upfront design complexity.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Observability: Jani (2024) and Pragathi et al. (2024) established Prometheus + Grafana as the de facto stack for distributed microservice monitoring.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Google Shape;363;p52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52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Monolithic vs Microservice Design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65" name="Google Shape;365;p52"/>
          <p:cNvSpPr txBox="1"/>
          <p:nvPr/>
        </p:nvSpPr>
        <p:spPr>
          <a:xfrm>
            <a:off x="207600" y="1886550"/>
            <a:ext cx="8728800" cy="11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Monolithic: single deployable, simple to design, hard to scale/maintain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Microservices: </a:t>
            </a: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independent services, fine-grained scaling, complex initial design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Performance vs Flexibility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366" name="Google Shape;366;p52" title="monolithic_arch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3675" y="3224250"/>
            <a:ext cx="3526369" cy="1766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7" name="Google Shape;367;p52" title="microservice_arch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22769" y="3224250"/>
            <a:ext cx="2927554" cy="1766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53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53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Containers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74" name="Google Shape;374;p53"/>
          <p:cNvSpPr txBox="1"/>
          <p:nvPr/>
        </p:nvSpPr>
        <p:spPr>
          <a:xfrm>
            <a:off x="207600" y="1647225"/>
            <a:ext cx="8728800" cy="31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OS-level virtualization that packages an application and its dependencies into an isolated user-space instance.</a:t>
            </a:r>
            <a:endParaRPr sz="1300">
              <a:solidFill>
                <a:srgbClr val="282C3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Containers share the host kernel but have separate namespaces for processes, network, and filesystem, giving isolation without a full guest OS.</a:t>
            </a:r>
            <a:endParaRPr sz="1300">
              <a:solidFill>
                <a:srgbClr val="282C3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Compared to VMs: much smaller and faster to start, lower resource overhead.</a:t>
            </a:r>
            <a:endParaRPr sz="1300">
              <a:solidFill>
                <a:srgbClr val="282C3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Images &amp; layers: build images from a Dockerfile; each instruction creates a layer that can be cached and reused to speed builds.</a:t>
            </a:r>
            <a:endParaRPr sz="1300">
              <a:solidFill>
                <a:srgbClr val="282C3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Images are distributed via registries (Docker Hub, private registries) for reproducible deployments.</a:t>
            </a:r>
            <a:endParaRPr sz="1300">
              <a:solidFill>
                <a:srgbClr val="282C3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Benefits: portability, reproducibility, quick scale-up, small footprint.</a:t>
            </a:r>
            <a:endParaRPr sz="1300">
              <a:solidFill>
                <a:srgbClr val="282C3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Orchestration</a:t>
            </a:r>
            <a:r>
              <a:rPr lang="en" sz="13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 tools needed for production deployments.</a:t>
            </a:r>
            <a:endParaRPr sz="1300">
              <a:solidFill>
                <a:srgbClr val="282C3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54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54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IoT Device Simulation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1" name="Google Shape;381;p54"/>
          <p:cNvSpPr txBox="1"/>
          <p:nvPr/>
        </p:nvSpPr>
        <p:spPr>
          <a:xfrm>
            <a:off x="246375" y="1886550"/>
            <a:ext cx="8728800" cy="27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Purpose: provide realistic inputs to test and evaluate systems without deploying physical sensors.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Typical IoT device constraints: low CPU/RAM, intermittent connectivity, unpredictable sampling intervals, limited storage.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Simulation approaches: replay recorded datasets in a scripted way.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Benefits: no hardware required (lower cost), reproducible test scenarios, easy scaling (multiple simulators), reduced privacy concerns, safe stress-testing.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55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55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Key Technologies &amp; Selection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8" name="Google Shape;388;p55"/>
          <p:cNvSpPr txBox="1"/>
          <p:nvPr/>
        </p:nvSpPr>
        <p:spPr>
          <a:xfrm>
            <a:off x="207600" y="1181950"/>
            <a:ext cx="8728800" cy="392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Docker — containerization platform; Docker Compose for single-command multi-service deployment. Chosen over Podman/containerd: most mature ecosystem, official images for every service used, Compose YAML covers the full orchestration need.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MQTT (Mosquitto) — lightweight publish/subscribe protocol for constrained IoT devices. Chosen over HTTP REST / CoAP: broker-mediated pub/sub natively supports many sensors → one controller; over EMQX/HiveMQ for minimal footprint in a containerized dev environment.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Prometheus — pull-based time-series metrics collection and querying (PromQL). Chosen over InfluxDB: pull model fits the limited resources IoT scenario; avoids coupling sensors directly to the storage backend.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Grafana — interactive dashboards for historical trends and live monitoring with alerting. Chosen over Kibana/custom dashboards: native Prometheus integration, variable templating, rich panel library, no custom dev effort.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3" name="Google Shape;393;p56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56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Docker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95" name="Google Shape;395;p56"/>
          <p:cNvSpPr txBox="1"/>
          <p:nvPr/>
        </p:nvSpPr>
        <p:spPr>
          <a:xfrm>
            <a:off x="207600" y="1470900"/>
            <a:ext cx="8728800" cy="35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Docker: platform to build and run containers, ensuring consistent behavior across environments.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Images: layered artifacts built from `Dockerfile`; layers enable caching and smaller transfers.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Engine: Docker Daemon + CLI + REST API manage lifecycle; use registries to distribute images.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Storage: volumes/mounts for persistence and data sharing.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Compose: YAML for local multi-container app deployments (services, ports, volumes).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Google Shape;400;p57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7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Prometheus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402" name="Google Shape;402;p57"/>
          <p:cNvSpPr txBox="1"/>
          <p:nvPr/>
        </p:nvSpPr>
        <p:spPr>
          <a:xfrm>
            <a:off x="207600" y="1828825"/>
            <a:ext cx="8728800" cy="238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Pull-based monitoring for timestamped time-series metrics.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Exporters expose metrics; custom exporters are straightforward to implement.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Storage: optimized TSDB with configurable retention.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PromQL: query language for dashboards and alerting; integrates with Alertmanager.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Features: service discovery, Pushgateway for short-lived jobs, and label-based multidimensional metrics.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7" name="Google Shape;407;p58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58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Grafana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409" name="Google Shape;409;p58"/>
          <p:cNvSpPr txBox="1"/>
          <p:nvPr/>
        </p:nvSpPr>
        <p:spPr>
          <a:xfrm>
            <a:off x="207600" y="1586375"/>
            <a:ext cx="8728800" cy="31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Visualization platform for building interactive dashboards from many data sources.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Panels: graphs, heatmaps, gauges, tables; supports annotations and dashboard variables.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Templating: variables enable reusable, parameterized dashboards for different environments.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Typical uses: combine data sources, create alerts, and enable interactive exploration for operators.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Google Shape;414;p59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59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MQTT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416" name="Google Shape;416;p59"/>
          <p:cNvSpPr txBox="1"/>
          <p:nvPr/>
        </p:nvSpPr>
        <p:spPr>
          <a:xfrm>
            <a:off x="207600" y="1828825"/>
            <a:ext cx="8728800" cy="27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Lightweight publish/subscribe protocol designed for constrained devices and unreliable networks.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Broker routes messages by topic; clients publish/subscribe with QoS options for delivery guarantees.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Strengths: low overhead, fast reconnection, and scalability to many clients.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Considerations: broker is a single point of failure unless deployed HA; secure communication with TLS and client authentication.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1" name="Google Shape;421;p60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60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System Architecture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pic>
        <p:nvPicPr>
          <p:cNvPr id="423" name="Google Shape;423;p60" title="implementati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3850" y="1375088"/>
            <a:ext cx="8496300" cy="3514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8" name="Google Shape;428;p61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61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Dataset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430" name="Google Shape;430;p61"/>
          <p:cNvSpPr txBox="1"/>
          <p:nvPr/>
        </p:nvSpPr>
        <p:spPr>
          <a:xfrm>
            <a:off x="253425" y="1485325"/>
            <a:ext cx="8728800" cy="11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UCI / Kaggle Air Quality dataset: hourly averages, multiple gas sensors.</a:t>
            </a:r>
            <a:endParaRPr sz="1300">
              <a:solidFill>
                <a:srgbClr val="282C3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Key attributes: CO, NMHC, Benzene, NOx, NO2, temperature, RH, AH.</a:t>
            </a:r>
            <a:endParaRPr sz="1300">
              <a:solidFill>
                <a:srgbClr val="282C3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Used to </a:t>
            </a:r>
            <a:r>
              <a:rPr lang="en" sz="13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generate realistic synthetic data on the sensor emulators.</a:t>
            </a:r>
            <a:endParaRPr sz="1300">
              <a:solidFill>
                <a:srgbClr val="282C3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Preprocessing: CSV cleanup → JSON with indexed timestamps.</a:t>
            </a:r>
            <a:endParaRPr sz="1300">
              <a:solidFill>
                <a:srgbClr val="282C34"/>
              </a:solidFill>
              <a:highlight>
                <a:schemeClr val="dk1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431" name="Google Shape;431;p6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9363" y="2796350"/>
            <a:ext cx="8325274" cy="2101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p62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62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Sensor Simulators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438" name="Google Shape;438;p62"/>
          <p:cNvSpPr txBox="1"/>
          <p:nvPr/>
        </p:nvSpPr>
        <p:spPr>
          <a:xfrm>
            <a:off x="207600" y="1274625"/>
            <a:ext cx="8728800" cy="201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Listener/publisher model: subscriber listens for `collect-data` and triggers publishers to read/generate payloads.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Data selection: replay from `dataset.json` with small-window randomization to emulate variability but keep logical consistency; `STARTPOINT` tracks progression.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Packaging: implemented in Python using `paho-mqtt` and `python-dotenv`; built with PyInstaller for compact Alpine images.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439" name="Google Shape;439;p62" title="sensor-log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075" y="3432975"/>
            <a:ext cx="7943850" cy="101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Google Shape;444;p63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445" name="Google Shape;445;p63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MQTT Broker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446" name="Google Shape;446;p63"/>
          <p:cNvSpPr txBox="1"/>
          <p:nvPr/>
        </p:nvSpPr>
        <p:spPr>
          <a:xfrm>
            <a:off x="207600" y="1967375"/>
            <a:ext cx="8728800" cy="11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Eclipse Mosquitto container used for simplicity and low footprint.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Config: `persistence false` since Prometheus takes care of data retention, `listener 1883`, `allow_anonymous true` (lab mode).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1" name="Google Shape;451;p64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452" name="Google Shape;452;p64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Controller Node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453" name="Google Shape;453;p64"/>
          <p:cNvSpPr txBox="1"/>
          <p:nvPr/>
        </p:nvSpPr>
        <p:spPr>
          <a:xfrm>
            <a:off x="207600" y="1551750"/>
            <a:ext cx="8728800" cy="28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Subscribes to `sensor-data/#`, maps JSON fields to Prometheus Gauges labeled by sensor.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Exposes `/metrics` via a FastAPI app (served with Gunicorn in production); Prometheus scrapes this endpoint.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Benefits: central place to convert messages into time-series metrics for observability.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Example Prometheus metrics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  `#HELP air_quality_co_gt_gauge True hourly averaged concentration CO in mg/m^3`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  `air_quality_co_gt_gauge{sensor="sensor-5"} 4.6`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`air_quality_t_gauge{sensor="sensor-5"} 18.4`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8" name="Google Shape;458;p65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459" name="Google Shape;459;p65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Prometheus configuration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460" name="Google Shape;460;p65"/>
          <p:cNvSpPr txBox="1"/>
          <p:nvPr/>
        </p:nvSpPr>
        <p:spPr>
          <a:xfrm>
            <a:off x="207600" y="1967375"/>
            <a:ext cx="8728800" cy="19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Scrape target: `host.docker.internal:8000` (container-&gt;host mapping for local compose)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Flags used: `--web.enable-lifecycle` for config reload and `--storage.tsdb.retention.time=1y` for retention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Persisted TSDB volume to preserve time-series data across container restarts.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5" name="Google Shape;465;p66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66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Grafana dashboards &amp; visuals - Historical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467" name="Google Shape;467;p66"/>
          <p:cNvSpPr txBox="1"/>
          <p:nvPr/>
        </p:nvSpPr>
        <p:spPr>
          <a:xfrm>
            <a:off x="207600" y="1112050"/>
            <a:ext cx="8728800" cy="65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H</a:t>
            </a: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istorical trends (templated for sensor selection)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Use variables for `sensor` to switch contexts quickly in the 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468" name="Google Shape;468;p66" title="grafana-whol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84287" y="1722775"/>
            <a:ext cx="7175424" cy="3363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3" name="Google Shape;473;p67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474" name="Google Shape;474;p67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Grafana dashboards &amp; visuals - Live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475" name="Google Shape;475;p67"/>
          <p:cNvSpPr txBox="1"/>
          <p:nvPr/>
        </p:nvSpPr>
        <p:spPr>
          <a:xfrm>
            <a:off x="207600" y="1224825"/>
            <a:ext cx="8728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L</a:t>
            </a: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ive gauge overview with color thresholds.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476" name="Google Shape;476;p67" title="live-whol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73001" y="1629550"/>
            <a:ext cx="7197998" cy="3409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8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8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Orchestration &amp; Deployment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483" name="Google Shape;483;p68"/>
          <p:cNvSpPr txBox="1"/>
          <p:nvPr/>
        </p:nvSpPr>
        <p:spPr>
          <a:xfrm>
            <a:off x="207600" y="1105138"/>
            <a:ext cx="8728800" cy="92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Docker Compose defines services: `mqtt_broker`, `exporter`, `prometheus`, `grafana`, and individual `sensor-*` services.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Volumes: `prometheus_data` and Grafana directory mounted to persist state.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484" name="Google Shape;484;p68" title="docker_engine_compos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36149" y="2034250"/>
            <a:ext cx="3671699" cy="3040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9" name="Google Shape;489;p69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69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Results &amp; Observations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491" name="Google Shape;491;p69"/>
          <p:cNvSpPr txBox="1"/>
          <p:nvPr/>
        </p:nvSpPr>
        <p:spPr>
          <a:xfrm>
            <a:off x="207600" y="1805750"/>
            <a:ext cx="8728800" cy="27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The pipeline is modular, reproducible, and easy to run locally with `docker compose up`.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Components can be scaled easily, both horizontally and vertically. 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Monitoring provides both live status and historical trends enabling diagnostics and evaluation.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Trade-offs: added network overhead and orchestration complexity vs. greater flexibility and scalability.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496;p70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p70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Future Work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498" name="Google Shape;498;p70"/>
          <p:cNvSpPr txBox="1"/>
          <p:nvPr/>
        </p:nvSpPr>
        <p:spPr>
          <a:xfrm>
            <a:off x="207600" y="1921200"/>
            <a:ext cx="8728800" cy="19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Replace simulators with real campus sensors for production validation.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Move to Kubernetes for HA, autoscaling, and better resource management.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Add long-term storage (Thanos + S3) and robust alerting (Alertmanager + notification channels).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1115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282C34"/>
              </a:buClr>
              <a:buSzPts val="1300"/>
              <a:buFont typeface="Courier New"/>
              <a:buChar char="➔"/>
            </a:pPr>
            <a:r>
              <a:rPr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Add CI/CD for automated builds and deployments.</a:t>
            </a:r>
            <a:endParaRPr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3" name="Google Shape;503;p71" title="up_stamp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67" y="62825"/>
            <a:ext cx="962050" cy="965175"/>
          </a:xfrm>
          <a:prstGeom prst="rect">
            <a:avLst/>
          </a:prstGeom>
          <a:noFill/>
          <a:ln>
            <a:noFill/>
          </a:ln>
        </p:spPr>
      </p:pic>
      <p:sp>
        <p:nvSpPr>
          <p:cNvPr id="504" name="Google Shape;504;p71"/>
          <p:cNvSpPr txBox="1"/>
          <p:nvPr/>
        </p:nvSpPr>
        <p:spPr>
          <a:xfrm>
            <a:off x="1120650" y="291475"/>
            <a:ext cx="7629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00">
                <a:solidFill>
                  <a:srgbClr val="282C34"/>
                </a:solidFill>
                <a:highlight>
                  <a:schemeClr val="dk1"/>
                </a:highlight>
                <a:latin typeface="Courier New"/>
                <a:ea typeface="Courier New"/>
                <a:cs typeface="Courier New"/>
                <a:sym typeface="Courier New"/>
              </a:rPr>
              <a:t>Questions</a:t>
            </a:r>
            <a:endParaRPr sz="2100">
              <a:solidFill>
                <a:schemeClr val="lt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505" name="Google Shape;505;p71"/>
          <p:cNvSpPr txBox="1"/>
          <p:nvPr/>
        </p:nvSpPr>
        <p:spPr>
          <a:xfrm>
            <a:off x="207600" y="2179200"/>
            <a:ext cx="87288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Ευχαριστώ πολύ!</a:t>
            </a:r>
            <a:br>
              <a:rPr b="1"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lang="en" sz="1300">
                <a:solidFill>
                  <a:srgbClr val="282C34"/>
                </a:solidFill>
                <a:latin typeface="Courier New"/>
                <a:ea typeface="Courier New"/>
                <a:cs typeface="Courier New"/>
                <a:sym typeface="Courier New"/>
              </a:rPr>
              <a:t>Ερωτήσεις;</a:t>
            </a:r>
            <a:endParaRPr b="1" sz="1300">
              <a:solidFill>
                <a:srgbClr val="282C34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ategy Plan">
  <a:themeElements>
    <a:clrScheme name="Simple Light">
      <a:dk1>
        <a:srgbClr val="FFFFFF"/>
      </a:dk1>
      <a:lt1>
        <a:srgbClr val="000000"/>
      </a:lt1>
      <a:dk2>
        <a:srgbClr val="999999"/>
      </a:dk2>
      <a:lt2>
        <a:srgbClr val="FFECD1"/>
      </a:lt2>
      <a:accent1>
        <a:srgbClr val="AC6600"/>
      </a:accent1>
      <a:accent2>
        <a:srgbClr val="5E7F00"/>
      </a:accent2>
      <a:accent3>
        <a:srgbClr val="2322EF"/>
      </a:accent3>
      <a:accent4>
        <a:srgbClr val="DDDDFF"/>
      </a:accent4>
      <a:accent5>
        <a:srgbClr val="EFEFEF"/>
      </a:accent5>
      <a:accent6>
        <a:srgbClr val="F7FEEB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